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164592"/>
            <a:ext cx="2468880" cy="2468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005840"/>
            <a:ext cx="105156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43891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75488"/>
            <a:ext cx="74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55648" y="438912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5376" y="47548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1298448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No Es Magia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4944" y="2157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funciona Internet?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2743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Bloques 1, 2, 3 y 4 · construimos el mapa mental inicial de la Web, revisamos cómo se comunican sus actores, entendemos cómo una aplicación llega a Internet y cerramos con seguridad básica.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" y="5760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construido con el contenido actual de los Bloques 1, 2, 3 y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60624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PRO301 · Taller de Aplicaciones para Internet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256032"/>
            <a:ext cx="2011680" cy="2011680"/>
          </a:xfrm>
          <a:prstGeom prst="ellipse">
            <a:avLst/>
          </a:prstGeom>
          <a:solidFill>
            <a:srgbClr val="2A9D8F">
              <a:alpha val="92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66928"/>
            <a:ext cx="987552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60350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22529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no es magia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8096" y="2066544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Abrimos la clase construyendo un mapa mental inicial: qué pasa cuando usamos una URL, qué diferencia hay entre Internet y Web, y qué actores hacen posible una interacción web.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" y="3273552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419856"/>
            <a:ext cx="201168" cy="8961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47472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acción cotidiana que en realidad activa varias capas técnicas.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3273552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3419856"/>
            <a:ext cx="201168" cy="89611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5656" y="3474720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 vs Web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05656" y="38404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conceptos cercanos, pero no equivalentes.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3273552"/>
            <a:ext cx="2240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3419856"/>
            <a:ext cx="201168" cy="8961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347472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Actores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48856" y="384048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Usuario, navegador, cliente, servidor y aplicación.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69680" y="3273552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3419856"/>
            <a:ext cx="201168" cy="8961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34747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del curso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63456" y="384048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Cliente-servidor como estructura inicial.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6384" y="5120640"/>
            <a:ext cx="8366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del bloque es que abrir una página deje de verse como algo automático y pase a entenderse como un proceso técnico concreto.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seguimos estudiando estos fundamentos?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Incluso en una época de agentes, entender la Web sigue siendo una ventaja técnica real.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21408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15184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 podemos programar más rápido, pero no pensar menos.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4133088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entiendes cómo funciona la Web, puedes diagnosticar mejor, pedir mejor a un agente, detectar errores y tomar decisiones con más criterio.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01184" y="2139696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47488" y="2286000"/>
            <a:ext cx="201168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Sirve para pedir mejor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2706624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responde mejor cuando las preguntas y restricciones técnicas son claras.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139696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5864" y="2286000"/>
            <a:ext cx="201168" cy="1261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Sirve para detectar errores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03336" y="2706624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algo falla, necesitas ubicar si el problema está en cliente, red, DNS o servidor.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01184" y="3968496"/>
            <a:ext cx="5705856" cy="1536192"/>
          </a:xfrm>
          <a:prstGeom prst="roundRect">
            <a:avLst>
              <a:gd name="adj" fmla="val 3571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4114800"/>
            <a:ext cx="201168" cy="124358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41696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profesional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4535424"/>
            <a:ext cx="4992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cambian, pero comprender el flujo de una aplicación web sigue siendo una habilidad transferible.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Fundamentos que siguen importando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Acciones cotidianas que ya dependen de la Web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hablar de arquitectura, conviene reconocer cuántas interacciones usamos todos los días.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39696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286000"/>
            <a:ext cx="201168" cy="10789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Abrir una página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633472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noticias, mirar contenido o entrar a una plataforma.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30752" y="2139696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77056" y="2286000"/>
            <a:ext cx="201168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Iniciar sesión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24528" y="2633472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credenciales para acceder a una cuenta.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11696" y="2139696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286000"/>
            <a:ext cx="201168" cy="10789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Enviar un formulario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05472" y="2633472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datos, buscar o completar un trámite.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3913632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059936"/>
            <a:ext cx="201168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411480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Reproducir un video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43584" y="4407408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contenido y recibirlo en tiempo real.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30752" y="3913632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77056" y="4059936"/>
            <a:ext cx="201168" cy="10789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411480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Buscar información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24528" y="4407408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un recurso y recibir una respuesta filtrada.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11696" y="3913632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4059936"/>
            <a:ext cx="201168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5472" y="411480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una app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05472" y="4407408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Interactuar con múltiples solicitudes invisibles para el usuario.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901952" y="5541264"/>
            <a:ext cx="8412480" cy="438912"/>
          </a:xfrm>
          <a:prstGeom prst="roundRect">
            <a:avLst>
              <a:gd name="adj" fmla="val 8333"/>
            </a:avLst>
          </a:prstGeom>
          <a:solidFill>
            <a:srgbClr val="D9F3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5669280"/>
            <a:ext cx="7818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Aunque la experiencia cambia, detrás de todas estas acciones reaparece la misma lógica básica de comunicación.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 Web ya organiza muchas acciones cotidianas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pasa cuando escribimos una URL?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parece simple, pero no lo 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103120"/>
            <a:ext cx="3794760" cy="3291840"/>
          </a:xfrm>
          <a:prstGeom prst="roundRect">
            <a:avLst>
              <a:gd name="adj" fmla="val 22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267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esto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265176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escribes `www.aiep.cl` o `www.youtube.com` y presionas Enter...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9264" y="429768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...no solo abres una página: activas una cadena de procesos y componentes coordinados.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28032" y="2121408"/>
            <a:ext cx="294436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74336" y="2267712"/>
            <a:ext cx="201168" cy="13075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232257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magia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1808" y="2688336"/>
            <a:ext cx="22311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una web no es “entrar a Internet”; es activar un proceso técnico real.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91856" y="2121408"/>
            <a:ext cx="294436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267712"/>
            <a:ext cx="201168" cy="1307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32257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Hay coordinación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5632" y="2688336"/>
            <a:ext cx="22311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Navegador, red y servicios remotos trabajan juntos para responder.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28032" y="3986784"/>
            <a:ext cx="6108192" cy="1417320"/>
          </a:xfrm>
          <a:prstGeom prst="roundRect">
            <a:avLst>
              <a:gd name="adj" fmla="val 3871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4133088"/>
            <a:ext cx="201168" cy="11247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4187952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central del módulo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1808" y="4553712"/>
            <a:ext cx="5394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el curso aprenderemos a entender y construir sistemas que dependen de esa coordinación.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Apertura conceptual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una URL también es una habilidad técnica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necesario memorizar todo hoy, pero sí reconocer qué partes aparecen en una dirección web.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10149840" cy="841248"/>
          </a:xfrm>
          <a:prstGeom prst="roundRect">
            <a:avLst>
              <a:gd name="adj" fmla="val 54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441448"/>
            <a:ext cx="9464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https://campus.example.com/cursos?id=3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1920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3803904"/>
            <a:ext cx="201168" cy="11704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385876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4151376"/>
            <a:ext cx="1207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o esquema de acceso.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71800" y="3657600"/>
            <a:ext cx="3063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18104" y="3803904"/>
            <a:ext cx="201168" cy="1170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5576" y="385876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campus.example.com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65576" y="4151376"/>
            <a:ext cx="2350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del sitio o dominio que queremos alcanzar.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657600"/>
            <a:ext cx="1920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3803904"/>
            <a:ext cx="201168" cy="1170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385876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/cursos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94576" y="4151376"/>
            <a:ext cx="1207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o recurso solicitado dentro del sitio.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36576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24544" y="3803904"/>
            <a:ext cx="201168" cy="1170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3858768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?id=3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72016" y="4151376"/>
            <a:ext cx="1252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 o dato adicional enviado en la URL.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Primer vistazo a la anatomía de una URL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es un servicio sobre Internet, no todo Internet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estos conceptos evita errores que luego se arrastran durante todo el módulo.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0312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249424"/>
            <a:ext cx="201168" cy="29992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0428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633472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infraestructura global que permite conectar dispositivos y transportar información.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esa base pueden funcionar distintos servicios, no solo páginas web.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2139696"/>
            <a:ext cx="2788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2286000"/>
            <a:ext cx="201168" cy="10607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234086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65776" y="2633472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Sitios, aplicaciones y recursos que vemos en el navegador.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2139696"/>
            <a:ext cx="2788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1544" y="2286000"/>
            <a:ext cx="201168" cy="10607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9016" y="234086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9016" y="2633472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enviados mediante servicios de email.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877056"/>
            <a:ext cx="2788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8304" y="4023360"/>
            <a:ext cx="201168" cy="106070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65776" y="407822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Videollamadas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65776" y="4370832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audiovisual sobre la red.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3877056"/>
            <a:ext cx="2788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1544" y="4023360"/>
            <a:ext cx="201168" cy="106070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9016" y="407822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Transferencia de archivos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9016" y="4370832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documentos o recursos entre sistemas conectados.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Otros servicios que también viven sobre Internet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Confusiones comunes que conviene corregir desde el inicio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dudas técnicas posteriores nacen de estas simplificaciones iniciales.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39696"/>
            <a:ext cx="269748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286000"/>
            <a:ext cx="201168" cy="11338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“Internet = Web”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633472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La Web es uno de los servicios que funciona sobre Internet.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30752" y="2139696"/>
            <a:ext cx="269748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77056" y="2286000"/>
            <a:ext cx="201168" cy="11338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“Navegador = Internet”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24528" y="2633472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El navegador es una herramienta para acceder e interpretar recursos web.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11696" y="2139696"/>
            <a:ext cx="269748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286000"/>
            <a:ext cx="201168" cy="11338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“Abrir una página es instantáneo”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05472" y="2633472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Detrás hay consultas, solicitudes y respuestas que ocurren muy rápido.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49424" y="3950208"/>
            <a:ext cx="32918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95728" y="4096512"/>
            <a:ext cx="201168" cy="11338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415137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“Dominio, sitio y servidor son lo mismo”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4443984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Son piezas distintas que luego veremos con más detalle.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32704" y="3950208"/>
            <a:ext cx="32918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79008" y="4096512"/>
            <a:ext cx="201168" cy="11338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15137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“Si algo carga, entonces está bien”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4443984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Un sistema puede funcionar en apariencia y aun así estar mal diseñado o mal publicado.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Corregir estas ideas mejora todo el resto del curso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 y cliente: cercanos, pero no idénticos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práctica suelen ir juntos, pero conviene distinguir su función desde el principio.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157984"/>
            <a:ext cx="36576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304288"/>
            <a:ext cx="201168" cy="2907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35915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5024" y="2688336"/>
            <a:ext cx="29443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herramienta que usamos para acceder a la Web.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 HTML, CSS y JavaScript.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contenido.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escribir URLs, hacer clic y enviar formularios.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73168" y="2157984"/>
            <a:ext cx="36576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2304288"/>
            <a:ext cx="201168" cy="29077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235915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66944" y="2688336"/>
            <a:ext cx="29443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lado que realiza la solicitud dentro de una arquitectura cliente-servidor.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veces el navegador actúa como cliente, pero el concepto apunta al rol que cumple.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59952" y="2157984"/>
            <a:ext cx="2148840" cy="3200400"/>
          </a:xfrm>
          <a:prstGeom prst="roundRect">
            <a:avLst>
              <a:gd name="adj" fmla="val 25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5984" y="2359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97696" y="274320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navegador suele ser el cliente, pero “cliente” nombra una función dentro del sistema.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Herramienta visible y rol técnico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hace realmente el servidor?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sin entrar a detalles avanzados, basta con reconocer su rol general dentro del recorrido.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212848"/>
            <a:ext cx="9555480" cy="91440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487168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Recibe solicitudes → procesa información → devuelve respuestas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365760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3803904"/>
            <a:ext cx="201168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3896" y="385876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Entregar recursos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53896" y="4151376"/>
            <a:ext cx="1892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devolver páginas, imágenes, archivos o datos.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95344" y="365760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41648" y="3803904"/>
            <a:ext cx="201168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85876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Procesar acciones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4151376"/>
            <a:ext cx="1892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validar formularios o ejecutar lógica de negocio.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30568" y="3657600"/>
            <a:ext cx="2606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6872" y="3803904"/>
            <a:ext cx="201168" cy="1188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385876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Responder según la solicitud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24344" y="4151376"/>
            <a:ext cx="1892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siempre devuelve lo mismo: depende de lo que el cliente pida.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70432" y="5504688"/>
            <a:ext cx="9144000" cy="420624"/>
          </a:xfrm>
          <a:prstGeom prst="roundRect">
            <a:avLst>
              <a:gd name="adj" fmla="val 8696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5632704"/>
            <a:ext cx="8595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módulo iremos refinando este rol, pero por ahora basta con entender que el servidor no es un actor pasivo.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servidor como parte activa de la interacción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 no es lo mismo que la Web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estos conceptos evita muchos errores desde el inicio.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57984"/>
            <a:ext cx="53035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304288"/>
            <a:ext cx="201168" cy="2450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359152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3584" y="2724912"/>
            <a:ext cx="459028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infraestructura global de redes conectadas.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transportar información y conectar dispositivos, servicios y sistemas.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2157984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55664" y="2304288"/>
            <a:ext cx="201168" cy="24505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03136" y="2359152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03136" y="2724912"/>
            <a:ext cx="44074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uno de los servicios que funciona sobre Internet.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el único: también existen correo, mensajería, videollamadas y transferencia de archivos.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417320" y="5230368"/>
            <a:ext cx="9281160" cy="82296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539496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Analogía útil: Internet es la red de carreteras; la Web es uno de los vehículos que circula por ella.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Diferencia conceptual clave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Actores principales de una interacción web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mapa aparecerá una y otra vez durante el módulo.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84832"/>
            <a:ext cx="35204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31136"/>
            <a:ext cx="201168" cy="10332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286000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43584" y="2651760"/>
            <a:ext cx="28072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Necesita acceder a un recurso o realizar una acción.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52544" y="2084832"/>
            <a:ext cx="35204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2231136"/>
            <a:ext cx="201168" cy="10332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86000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28072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 y muestra la información.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55280" y="2084832"/>
            <a:ext cx="3474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2231136"/>
            <a:ext cx="201168" cy="10332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228600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9056" y="2651760"/>
            <a:ext cx="27614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lado que realiza la solicitud.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374904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75104" y="3895344"/>
            <a:ext cx="201168" cy="10332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2576" y="395020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322576" y="4315968"/>
            <a:ext cx="30815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Recibe, procesa y responde a la solicitud.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3794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47104" y="3895344"/>
            <a:ext cx="201168" cy="10332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395020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Sitio o app web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94576" y="4315968"/>
            <a:ext cx="30815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producto que finalmente consume el usuario.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34440" y="5468112"/>
            <a:ext cx="9692640" cy="749808"/>
          </a:xfrm>
          <a:prstGeom prst="roundRect">
            <a:avLst>
              <a:gd name="adj" fmla="val 6098"/>
            </a:avLst>
          </a:prstGeom>
          <a:solidFill>
            <a:srgbClr val="D9F3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81328" y="5650992"/>
            <a:ext cx="918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importante: el navegador no "contiene Internet"; actúa como intermediario entre el usuario y servicios remotos.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cliente-servidor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conceptual que sostendrá gran parte del curso.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3774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493008" y="2212848"/>
            <a:ext cx="914400" cy="713232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05740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377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33488" y="2212848"/>
            <a:ext cx="914400" cy="713232"/>
          </a:xfrm>
          <a:prstGeom prst="chevron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05740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3774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005840" y="3931920"/>
            <a:ext cx="101498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4078224"/>
            <a:ext cx="201168" cy="13533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9616" y="4133088"/>
            <a:ext cx="947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esta arquitectura?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9616" y="4498848"/>
            <a:ext cx="9436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pide algo. El servidor recibe la solicitud, procesa y responde. La aplicación web existe gracias a esa conversación constante.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entendemos quiénes participan; luego veremos cómo se comunican.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71800" y="5779008"/>
            <a:ext cx="6172200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5916168"/>
            <a:ext cx="5623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Puente al bloque 2: HTTP, DNS y el recorrido técnico de una solicitud web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164592"/>
            <a:ext cx="1600200" cy="1600200"/>
          </a:xfrm>
          <a:prstGeom prst="ellipse">
            <a:avLst/>
          </a:prstGeom>
          <a:solidFill>
            <a:srgbClr val="E76F51">
              <a:alpha val="92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229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nos llevamos del Bloque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8096" y="16916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C4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funciona gracias a la interacción coordinada entre usuario, navegador, cliente y servidor.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46634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47104" y="1975104"/>
            <a:ext cx="201168" cy="7863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4576" y="197510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94576" y="2267712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Internet y la Web?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3035808"/>
            <a:ext cx="46634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3182112"/>
            <a:ext cx="201168" cy="7863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31821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94576" y="3474720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hace la solicitud en una arquitectura cliente-servidor?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242816"/>
            <a:ext cx="46634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4389120"/>
            <a:ext cx="201168" cy="78638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438912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94576" y="4681728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decimos que abrir una página no es un acto mágico, sino un proceso?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" y="562356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6013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Sigue: HTTP y DNS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56692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bloque veremos cómo se comunican estos actores en la práctica.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98280" y="320040"/>
            <a:ext cx="2240280" cy="2240280"/>
          </a:xfrm>
          <a:prstGeom prst="ellipse">
            <a:avLst/>
          </a:prstGeom>
          <a:solidFill>
            <a:srgbClr val="2A9D8F">
              <a:alpha val="94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486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58521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234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comunican los actores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8096" y="210312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pasamos de identificar los actores a entender el recorrido técnico de una solicitud web.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154680"/>
            <a:ext cx="3246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3300984"/>
            <a:ext cx="201168" cy="8961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456" y="335584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Solicitud y respuesta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62456" y="3721608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interacción web ocurre como una petición del cliente y una respuesta del servidor.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315468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1144" y="3300984"/>
            <a:ext cx="201168" cy="89611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335584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28616" y="3721608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la conversación con reglas compartidas.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3154680"/>
            <a:ext cx="32461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300984"/>
            <a:ext cx="201168" cy="8961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335584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9016" y="3721608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localizar el servidor correcto dentro de la red.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5074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de este bloque es que la apertura de una página deje de verse como un acto invisible y pase a entenderse como una secuencia precisa.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lógica aparece una y otra vez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una página, iniciar sesión o enviar un formulario parecen acciones distintas, pero comparten una estructura.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39696"/>
            <a:ext cx="269748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286000"/>
            <a:ext cx="201168" cy="11338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Abrir una página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633472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pide un recurso y el servidor responde con contenido.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30752" y="2139696"/>
            <a:ext cx="269748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77056" y="2286000"/>
            <a:ext cx="201168" cy="11338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Iniciar sesión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24528" y="2633472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envía datos de acceso y el servidor responde con validación.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11696" y="2139696"/>
            <a:ext cx="269748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286000"/>
            <a:ext cx="201168" cy="113385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Enviar un formulario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05472" y="2633472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mandan datos y el servidor procesa la acción.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40280" y="3950208"/>
            <a:ext cx="32918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86584" y="4096512"/>
            <a:ext cx="201168" cy="11338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415137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Cargar datos en una app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34056" y="4443984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solicita información y el servidor devuelve resultados.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23560" y="3950208"/>
            <a:ext cx="329184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9864" y="4096512"/>
            <a:ext cx="201168" cy="11338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415137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Buscar contenido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17336" y="4443984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formula una consulta y el servidor responde según esa petición.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Mismo patrón, distintas acciones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contiene una solicitud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sin entrar a todos los detalles, conviene reconocer sus piezas más visibles.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176272"/>
            <a:ext cx="10058400" cy="987552"/>
          </a:xfrm>
          <a:prstGeom prst="roundRect">
            <a:avLst>
              <a:gd name="adj" fmla="val 46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45059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/cursos?id=3 HTTP/1.1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2688" y="365760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803904"/>
            <a:ext cx="201168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38587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6464" y="4151376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la intención general: solicitar, enviar o modificar algo.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95344" y="365760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41648" y="3803904"/>
            <a:ext cx="201168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8587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o recurso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4151376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Señala qué página, archivo o endpoint se está pidiendo.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365760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4304" y="3803904"/>
            <a:ext cx="201168" cy="1188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1776" y="38587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adicionales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51776" y="4151376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incluir parámetros, cabeceras o un cuerpo con información.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25296" y="5504688"/>
            <a:ext cx="9098280" cy="420624"/>
          </a:xfrm>
          <a:prstGeom prst="roundRect">
            <a:avLst>
              <a:gd name="adj" fmla="val 8696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17904" y="5632704"/>
            <a:ext cx="8503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solicitud no es solo “ir a un sitio”: es un mensaje estructurado que el servidor puede interpretar.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Anatomía básica de una request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contiene una respuesta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servidor devuelve también tiene estructura y no siempre representa éxito.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176272"/>
            <a:ext cx="9784080" cy="987552"/>
          </a:xfrm>
          <a:prstGeom prst="roundRect">
            <a:avLst>
              <a:gd name="adj" fmla="val 46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4505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   +   contenido HTML / JSON / error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32688" y="365760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803904"/>
            <a:ext cx="201168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38587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de estado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26464" y="4151376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el resultado general de la solicitud.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95344" y="365760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41648" y="3803904"/>
            <a:ext cx="201168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8587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 de contenido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4151376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entender qué está devolviendo el servidor.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365760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4304" y="3803904"/>
            <a:ext cx="201168" cy="1188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1776" y="38587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Cuerpo de respuesta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51776" y="4151376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 la página, los datos o el mensaje asociado.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Anatomía básica de una response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método expresa intención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lo mismo pedir información que enviar datos o activar una acción.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78992" y="2212848"/>
            <a:ext cx="2926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2359152"/>
            <a:ext cx="201168" cy="15361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2414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2724912"/>
            <a:ext cx="22128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usarse para solicitar información o recursos sin modificar el estado general del sistema.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7408" y="2212848"/>
            <a:ext cx="2926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359152"/>
            <a:ext cx="201168" cy="15361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24140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01184" y="2724912"/>
            <a:ext cx="22128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usarse para enviar datos al servidor y activar alguna acción o procesamiento.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35824" y="2212848"/>
            <a:ext cx="2331720" cy="1828800"/>
          </a:xfrm>
          <a:prstGeom prst="roundRect">
            <a:avLst>
              <a:gd name="adj" fmla="val 3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2359152"/>
            <a:ext cx="201168" cy="15361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41401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útil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2724912"/>
            <a:ext cx="1618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método no es un detalle decorativo: orienta la conversación entre cliente y servidor.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0" y="4370832"/>
            <a:ext cx="7955280" cy="1207008"/>
          </a:xfrm>
          <a:prstGeom prst="roundRect">
            <a:avLst>
              <a:gd name="adj" fmla="val 4545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7984" y="4517136"/>
            <a:ext cx="201168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5456" y="4572000"/>
            <a:ext cx="7278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ahora basta con esto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05456" y="4864608"/>
            <a:ext cx="7242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primera clase no necesitamos memorizar todos los métodos posibles. Lo importante es entender que el cliente expresa intención y el servidor responde en consecuencia.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GET y POST como punto de partida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códigos de estado también comunican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respuesta no solo trae contenido: también informa si la solicitud salió bien o mal.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2523744"/>
            <a:ext cx="201168" cy="15361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08176" y="257860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8176" y="2944368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solicitud fue procesada correctamente.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9856" y="23774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523744"/>
            <a:ext cx="201168" cy="15361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257860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13632" y="2944368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recurso solicitado no fue encontrado.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25312" y="23774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2523744"/>
            <a:ext cx="201168" cy="15361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57860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9088" y="2944368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el recurso, pero no tienes permiso para acceder.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30768" y="23774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2" y="2523744"/>
            <a:ext cx="201168" cy="15361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24544" y="257860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24544" y="2944368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ocurrió del lado del servidor.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17320" y="4645152"/>
            <a:ext cx="9281160" cy="457200"/>
          </a:xfrm>
          <a:prstGeom prst="roundRect">
            <a:avLst>
              <a:gd name="adj" fmla="val 8000"/>
            </a:avLst>
          </a:prstGeom>
          <a:solidFill>
            <a:srgbClr val="D9F3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4791456"/>
            <a:ext cx="8595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código de estado ya permite entender bastante sobre lo que pasó en la interacción.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servidor también responde con señales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DNS: pensar en nombres, no solo en números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existe porque los humanos recordamos nombres mejor que direcciones numéricas.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87552" y="2176272"/>
            <a:ext cx="27889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5024" y="24688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www.aiep.cl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78224" y="2414016"/>
            <a:ext cx="822960" cy="457200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2176272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246888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24928" y="2414016"/>
            <a:ext cx="822960" cy="45720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58784" y="2176272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24688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Dirección IP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97280" y="3877056"/>
            <a:ext cx="44348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4023360"/>
            <a:ext cx="201168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1056" y="4078224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Analogía útil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4389120"/>
            <a:ext cx="37216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funciona como una agenda o directorio: tú recuerdas el nombre, el sistema busca el dato técnico necesario para llegar al destino.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33872" y="3877056"/>
            <a:ext cx="4297680" cy="1481328"/>
          </a:xfrm>
          <a:prstGeom prst="roundRect">
            <a:avLst>
              <a:gd name="adj" fmla="val 3704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0176" y="4023360"/>
            <a:ext cx="201168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407822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importante en esta etapa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27648" y="4389120"/>
            <a:ext cx="3584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memorizar IPs, sino entender que la red necesita traducir nombres legibles en direcciones utilizables.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DNS como sistema de traducción y localización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puede fallar en distintos puntos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 el recorrido ayuda a diagnosticar mejor y a dejar de pensar en errores como algo totalmente misterioso.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395728"/>
            <a:ext cx="219456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542032"/>
            <a:ext cx="201168" cy="1463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59689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5024" y="2907792"/>
            <a:ext cx="1481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no se resuelve o apunta al lugar incorrecto.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84448" y="2395728"/>
            <a:ext cx="219456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0752" y="2542032"/>
            <a:ext cx="201168" cy="1463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8224" y="259689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78224" y="2907792"/>
            <a:ext cx="1481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conexión se interrumpe o no logra llegar al destino.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2395728"/>
            <a:ext cx="219456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2542032"/>
            <a:ext cx="201168" cy="14630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1424" y="259689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1424" y="2907792"/>
            <a:ext cx="1481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servicio no responde o falla al procesar la solicitud.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70848" y="2395728"/>
            <a:ext cx="219456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17152" y="2542032"/>
            <a:ext cx="201168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4624" y="259689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64624" y="2907792"/>
            <a:ext cx="1481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o archivo solicitado no existe.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20240" y="4553712"/>
            <a:ext cx="8138160" cy="1024128"/>
          </a:xfrm>
          <a:prstGeom prst="roundRect">
            <a:avLst>
              <a:gd name="adj" fmla="val 53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6544" y="4700016"/>
            <a:ext cx="201168" cy="7315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14016" y="4754880"/>
            <a:ext cx="7461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de mirada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14016" y="5010912"/>
            <a:ext cx="7424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algo no carga, ya no pensamos “la página está mala” sin más: empezamos a preguntarnos en qué etapa del recorrido se rompió.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Fallas posibles a lo largo del recorrido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Solicitud y respuesta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lógica básica que sostiene casi toda interacción web.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21408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12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615184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navegador actúa como cliente: envía una solicitud.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servidor recibe, interpreta y devuelve una respuesta.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473659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lógica se repite cuando abrimos una página, iniciamos sesión, enviamos un formulario o cargamos datos desde una app.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2139696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286000"/>
            <a:ext cx="201168" cy="1490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77256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Solicitud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77256" y="2651760"/>
            <a:ext cx="19842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mensaje inicial del cliente.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un recurso, envía datos o activa una acción.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01000" y="2139696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286000"/>
            <a:ext cx="201168" cy="1490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4776" y="23408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94776" y="2651760"/>
            <a:ext cx="19842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lo que devuelve el servidor.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ser contenido, un error o una confirmación.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4005072"/>
            <a:ext cx="5715000" cy="1737360"/>
          </a:xfrm>
          <a:prstGeom prst="roundRect">
            <a:avLst>
              <a:gd name="adj" fmla="val 3158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9784" y="4151376"/>
            <a:ext cx="201168" cy="14447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4206240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importa?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77256" y="4572000"/>
            <a:ext cx="50017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esta estructura request / response aparece una y otra vez en el desarrollo web. Entenderla permite leer mejor una aplicación, diagnosticar errores y construir sistemas con más sentido técnico.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Lógica básica de comunicación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organiza la conversación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Internet: es una de las reglas que hacen posible la Web.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84832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31136"/>
            <a:ext cx="201168" cy="15361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286000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3584" y="2596896"/>
            <a:ext cx="32644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 HyperText Transfer Protocol.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reglas para que cliente y servidor intercambien mensajes de forma ordenada.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83480" y="2084832"/>
            <a:ext cx="5715000" cy="1874520"/>
          </a:xfrm>
          <a:prstGeom prst="roundRect">
            <a:avLst>
              <a:gd name="adj" fmla="val 292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2331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  →  GET /index.html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Servidor →  200 OK + contenido HTML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9808" y="4224528"/>
            <a:ext cx="2240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4370832"/>
            <a:ext cx="201168" cy="9875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4425696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43584" y="4791456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usarse para solicitar información.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4224528"/>
            <a:ext cx="2240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92424" y="4370832"/>
            <a:ext cx="201168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4425696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39896" y="4791456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usarse para enviar datos al servidor.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42432" y="4224528"/>
            <a:ext cx="2240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88736" y="4370832"/>
            <a:ext cx="201168" cy="9875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4425696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36208" y="4791456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solicitud fue procesada correctamente.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38744" y="4224528"/>
            <a:ext cx="2468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5048" y="4370832"/>
            <a:ext cx="201168" cy="9875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44256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32520" y="4791456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recurso solicitado no fue encontrado.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HTTP como protocolo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DNS: cómo la red sabe a dónde ir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nombres legibles en direcciones utilizables por la red.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4688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www.aiep.cl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49040" y="2286000"/>
            <a:ext cx="914400" cy="640080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214884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2468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52360" y="2286000"/>
            <a:ext cx="914400" cy="640080"/>
          </a:xfrm>
          <a:prstGeom prst="chevron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214884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24688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Dirección IP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05840" y="3794760"/>
            <a:ext cx="4663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3941064"/>
            <a:ext cx="201168" cy="1261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9616" y="399592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9616" y="4361688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traduce un nombre fácil de recordar en una dirección que la red puede usar para localizar el servidor correcto.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97880" y="3794760"/>
            <a:ext cx="4663440" cy="1554480"/>
          </a:xfrm>
          <a:prstGeom prst="roundRect">
            <a:avLst>
              <a:gd name="adj" fmla="val 3529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44184" y="3941064"/>
            <a:ext cx="201168" cy="12618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399592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 hace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1656" y="4361688"/>
            <a:ext cx="3950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no es una página web ni “crea” Internet. Es un sistema de localización dentro de la red.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DNS y localización del servidor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recorrido completo de una solicitud web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parece instantáneo en realidad tiene varias etapas.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395728"/>
            <a:ext cx="438912" cy="43891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4871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81912" y="24140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6696" y="2852928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escribe una dirección en el navegador.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05072" y="2194560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2395728"/>
            <a:ext cx="438912" cy="43891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4871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9744" y="24140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24528" y="2852928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identifica qué nombre debe resolver.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32904" y="2194560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34072" y="2395728"/>
            <a:ext cx="438912" cy="43891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34072" y="24871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37576" y="24140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52360" y="2852928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traduce el nombre a una dirección IP.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005072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8408" y="4206240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81912" y="42245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6696" y="466344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cliente envía la solicitud al servidor correcto.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05072" y="4005072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4206240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9744" y="42245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24528" y="466344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 la solicitud y prepara una respuesta.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32904" y="4005072"/>
            <a:ext cx="2788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34072" y="4206240"/>
            <a:ext cx="438912" cy="43891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37576" y="42245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52360" y="466344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representa el contenido al usuario.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325880" y="5650992"/>
            <a:ext cx="9418320" cy="502920"/>
          </a:xfrm>
          <a:prstGeom prst="roundRect">
            <a:avLst>
              <a:gd name="adj" fmla="val 7273"/>
            </a:avLst>
          </a:prstGeom>
          <a:solidFill>
            <a:srgbClr val="D9F3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00200" y="578815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una página puede fallar en distintos puntos: DNS, servidor, recurso inexistente o respuesta con errores.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256032"/>
            <a:ext cx="1143000" cy="1143000"/>
          </a:xfrm>
          <a:prstGeom prst="ellipse">
            <a:avLst/>
          </a:prstGeom>
          <a:solidFill>
            <a:srgbClr val="2A9D8F">
              <a:alpha val="92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41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nos llevamos del Bloque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8096" y="1664208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comunicación web ocurre mediante solicitudes y respuestas organizadas por HTTP, mientras DNS ayuda a encontrar el servidor correcto.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47104" y="1883664"/>
            <a:ext cx="201168" cy="7863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4576" y="1883664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94576" y="2176272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función cumple HTTP dentro de la Web?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944368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3090672"/>
            <a:ext cx="201168" cy="7863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3090672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94576" y="3383280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necesitamos DNS si ya existen los servidores?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151376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4297680"/>
            <a:ext cx="201168" cy="78638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4297680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94576" y="4590288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una URL, un dominio y una dirección IP?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" y="562356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6013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Sigue: dominio, hosting y despliegue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9584" y="5678424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bloque veremos dónde vive una aplicación web y qué significa publicarla en Internet.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292608"/>
            <a:ext cx="2194560" cy="2194560"/>
          </a:xfrm>
          <a:prstGeom prst="ellipse">
            <a:avLst/>
          </a:prstGeom>
          <a:solidFill>
            <a:srgbClr val="E76F51">
              <a:alpha val="92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486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58521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225296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vive una aplicación web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8096" y="208483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Pasamos desde la comunicación técnica hacia la publicación real: dominio, hosting y despliegue.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154680"/>
            <a:ext cx="3200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3300984"/>
            <a:ext cx="201168" cy="9418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456" y="335584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62456" y="3721608"/>
            <a:ext cx="24871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legible con el que las personas encuentran un sitio o aplicación.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62272" y="3154680"/>
            <a:ext cx="28803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3300984"/>
            <a:ext cx="201168" cy="9418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335584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6048" y="3721608"/>
            <a:ext cx="2167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infraestructura donde realmente viven los archivos y servicios del proyecto.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315468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300984"/>
            <a:ext cx="201168" cy="9418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335584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9016" y="3721608"/>
            <a:ext cx="2532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proceso que lleva una versión de la aplicación desde local a un entorno público.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504748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del bloque es que publicar una app deje de verse como un acto misterioso y pase a entenderse como una cadena de decisiones técnicas.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Publicar una app abre nuevas preguntas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proyecto sale del equipo local, aparecen decisiones de acceso, infraestructura y operación.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76272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22576"/>
            <a:ext cx="201168" cy="10332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7744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¿Dónde va a vivir?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688336"/>
            <a:ext cx="4270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Necesita infraestructura conectada a Internet; no basta con la carpeta del proyecto.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2176272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44184" y="2322576"/>
            <a:ext cx="201168" cy="10332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237744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¿Con qué nombre entran?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1656" y="2688336"/>
            <a:ext cx="4270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personas acceden por un dominio legible y luego DNS lo traduce al destino correcto.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22192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968496"/>
            <a:ext cx="201168" cy="10332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402336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llega cada versión?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43584" y="4334256"/>
            <a:ext cx="4270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mejora o corrección necesita un despliegue para quedar realmente disponible.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97880" y="3822192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44184" y="3968496"/>
            <a:ext cx="201168" cy="10332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402336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se detecta una falla?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1656" y="4334256"/>
            <a:ext cx="4270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algo no carga, conviene pensar en capas: dominio, DNS, hosting o despliegue.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8992" y="5577840"/>
            <a:ext cx="9985248" cy="384048"/>
          </a:xfrm>
          <a:prstGeom prst="roundRect">
            <a:avLst>
              <a:gd name="adj" fmla="val 9524"/>
            </a:avLst>
          </a:prstGeom>
          <a:solidFill>
            <a:srgbClr val="EEF7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8176" y="5687568"/>
            <a:ext cx="9326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publicación deja de verse como un botón mágico cuando se separan estas preguntas.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Preguntas que aparecen al publicar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Tener una aplicación no es lo mismo que tenerla publicada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Desarrollar y publicar están conectados, pero no son el mismo proceso.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03120"/>
            <a:ext cx="3886200" cy="3566160"/>
          </a:xfrm>
          <a:prstGeom prst="roundRect">
            <a:avLst>
              <a:gd name="adj" fmla="val 205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12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615184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app puede funcionar bien en el computador del desarrollador y aun así no estar disponible para otras personas.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46177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 significa mover esa versión a infraestructura conectada a Internet y dejarla accesible para tráfico real.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56048" y="2121408"/>
            <a:ext cx="5577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02352" y="2267712"/>
            <a:ext cx="201168" cy="11247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2322576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local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9824" y="2688336"/>
            <a:ext cx="486460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crear, probar y corregir. Todavía depende del entorno del desarrollador y no está pensada para acceso público.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56048" y="3767328"/>
            <a:ext cx="5577840" cy="1901952"/>
          </a:xfrm>
          <a:prstGeom prst="roundRect">
            <a:avLst>
              <a:gd name="adj" fmla="val 2885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02352" y="3913632"/>
            <a:ext cx="201168" cy="160934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3968496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publicarla hacen falta más piezas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9824" y="4334256"/>
            <a:ext cx="48646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 para identificarla.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Hosting para alojarla.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 para instalar una versión utilizable.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y HTTP para que la comunicación ocurra correctamente.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Del entorno local a Internet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Dominio: el nombre con el que encontramos un sitio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distinguirlo desde el inicio para no confundir nombre, dirección y recurso.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84832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31136"/>
            <a:ext cx="201168" cy="1170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2860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43584" y="2651760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`example.com`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principal del sitio.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01568" y="2084832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2231136"/>
            <a:ext cx="201168" cy="1170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5344" y="22860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Subdominio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95344" y="2651760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`app.example.com`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derivado.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53328" y="2084832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231136"/>
            <a:ext cx="201168" cy="11704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2860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47104" y="2651760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`https://.../cursos`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 completa de un recurso.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05088" y="2084832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51392" y="2231136"/>
            <a:ext cx="201168" cy="11704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228600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98864" y="2651760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`192.0.2.10`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Identificador numérico en la red.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" y="3858768"/>
            <a:ext cx="50749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005072"/>
            <a:ext cx="201168" cy="1581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4059936"/>
            <a:ext cx="439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sí es un dominio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43584" y="4425696"/>
            <a:ext cx="43616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 nombre legible para personas. Ayuda a encontrar un sitio sin memorizar una dirección IP.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el servidor, no es la aplicación y no basta con comprarlo para que un proyecto funcione.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44768" y="3858768"/>
            <a:ext cx="4480560" cy="1874520"/>
          </a:xfrm>
          <a:prstGeom prst="roundRect">
            <a:avLst>
              <a:gd name="adj" fmla="val 292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Analogía útil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4622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dominio se parece al nombre público o dirección visible de un local.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19088" y="515721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Luego necesitaremos un lugar real donde exista la aplicación y un proceso para dejarla operativa.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Nombre legible frente a dirección técnica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lo que vemos en la barra es el dominio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estos conceptos evita errores habituales al hablar de publicación.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084832"/>
            <a:ext cx="10241280" cy="822960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000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https://campus.example.com/cursos?id=2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3803904"/>
            <a:ext cx="201168" cy="14447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38587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URL completa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4169664"/>
            <a:ext cx="1408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protocolo, dominio, ruta y, a veces, parámetros.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84448" y="365760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3803904"/>
            <a:ext cx="201168" cy="14447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78224" y="38587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78224" y="4169664"/>
            <a:ext cx="1408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solo la parte que nombra públicamente al sitio o servicio.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45936" y="365760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803904"/>
            <a:ext cx="201168" cy="14447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8587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9712" y="4169664"/>
            <a:ext cx="1408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destino técnico donde vive la aplicación o el recurso.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07424" y="3657600"/>
            <a:ext cx="21214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53728" y="3803904"/>
            <a:ext cx="201168" cy="14447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38587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0" y="4169664"/>
            <a:ext cx="1408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Comprar un dominio no publica la app por sí solo.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Dominio, URL y servidor no son lo mismo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analogía útil: pensar en un local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reemplaza lo técnico, pero ayuda a separar funciones sin mezclar conceptos.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307238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9019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724912"/>
            <a:ext cx="2359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parece al nombre visible o dirección pública con la que la gente encuentra el lugar.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86784" y="2212848"/>
            <a:ext cx="307238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33088" y="2359152"/>
            <a:ext cx="201168" cy="19019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41401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724912"/>
            <a:ext cx="2359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parece al espacio real o infraestructura donde el servicio efectivamente existe.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2212848"/>
            <a:ext cx="307238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2359152"/>
            <a:ext cx="201168" cy="19019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2414016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17536" y="2724912"/>
            <a:ext cx="2359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parece al proceso de instalar, ordenar y dejar todo listo para atender público.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52144" y="4773168"/>
            <a:ext cx="9838944" cy="868680"/>
          </a:xfrm>
          <a:prstGeom prst="roundRect">
            <a:avLst>
              <a:gd name="adj" fmla="val 631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448" y="4919472"/>
            <a:ext cx="201168" cy="5760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4919472"/>
            <a:ext cx="9162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clave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5175504"/>
            <a:ext cx="9125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una de estas piezas no implica automáticamente cambiar las otras. Por eso conviene nombrarlas con precisión.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Analogía para distinguir roles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Hosting: el lugar donde vive la aplicación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no conviene pensarlo solo como “subir archivos”; también es entorno, servicios y disponibilidad.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84832"/>
            <a:ext cx="3794760" cy="3337560"/>
          </a:xfrm>
          <a:prstGeom prst="roundRect">
            <a:avLst>
              <a:gd name="adj" fmla="val 21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670048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la infraestructura donde quedan alojados los archivos, recursos o procesos que permiten que la app exista en Internet.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45262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incluir archivos, un servidor de aplicaciones, una base de datos, variables de entorno, certificados y procesos en ejecución.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28032" y="2084832"/>
            <a:ext cx="27432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74336" y="2231136"/>
            <a:ext cx="201168" cy="135331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22860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Sitio estático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1808" y="2596896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archivos ya preparados: HTML, CSS, JavaScript del cliente e imágenes.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2084832"/>
            <a:ext cx="27432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2231136"/>
            <a:ext cx="201168" cy="13533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2860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dinámica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5904" y="2596896"/>
            <a:ext cx="2029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Además de archivos, ejecuta lógica en servidor, usa datos y responde según cada solicitud.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3913632"/>
            <a:ext cx="5797296" cy="1664208"/>
          </a:xfrm>
          <a:prstGeom prst="roundRect">
            <a:avLst>
              <a:gd name="adj" fmla="val 3297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4059936"/>
            <a:ext cx="201168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actual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1808" y="4425696"/>
            <a:ext cx="5084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2026, hosting también puede significar plataformas cloud, servicios administrados, contenedores y despliegues automáticos. No se reduce a FTP ni a copiar archivos a mano.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Infraestructura y disponibilidad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puede vivir dentro del hosting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del proyecto, pero el entorno publicado suele reunir varias piezas al mismo tiempo.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212848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359152"/>
            <a:ext cx="201168" cy="10332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41401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" y="2706624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HTML, CSS y JavaScript que ve el navegador.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85616" y="2212848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359152"/>
            <a:ext cx="201168" cy="10332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241401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79392" y="2706624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Imágenes, PDFs, videos y otros recursos.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9984" y="2212848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76288" y="2359152"/>
            <a:ext cx="201168" cy="10332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41401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23760" y="2706624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Procesos que ejecutan lógica de aplicación.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3858768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4005072"/>
            <a:ext cx="201168" cy="10332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405993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35024" y="4352544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Bases de datos o servicios persistentes.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85616" y="3858768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4005072"/>
            <a:ext cx="201168" cy="10332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405993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79392" y="4352544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Variables, puertos, rutas y ajustes del entorno.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29984" y="3858768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76288" y="4005072"/>
            <a:ext cx="201168" cy="10332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405993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23760" y="4352544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Certificados, colas, APIs y piezas conectadas.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Componentes habituales del entorno publicado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 estático y hosting dinámico no resuelven lo mismo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no es de moda: depende del comportamiento que necesita la aplicación.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76272"/>
            <a:ext cx="493776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22576"/>
            <a:ext cx="201168" cy="2313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77440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 estático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706624"/>
            <a:ext cx="4224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archivos ya construidos.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servir bien para portafolios, landing pages, documentación y sitios donde el navegador hace casi todo el trabajo.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25312" y="2176272"/>
            <a:ext cx="5303520" cy="2606040"/>
          </a:xfrm>
          <a:prstGeom prst="roundRect">
            <a:avLst>
              <a:gd name="adj" fmla="val 21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71616" y="2322576"/>
            <a:ext cx="201168" cy="2313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2377440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 dinámico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2706624"/>
            <a:ext cx="45902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Además de entregar archivos, ejecuta lógica y responde distinto según cada solicitud.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 cuando hay login, datos, paneles, APIs o procesos del lado servidor.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89888" y="5230368"/>
            <a:ext cx="9418320" cy="384048"/>
          </a:xfrm>
          <a:prstGeom prst="roundRect">
            <a:avLst>
              <a:gd name="adj" fmla="val 9524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5340096"/>
            <a:ext cx="8796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bien el entorno evita pagar complejidad donde no hace falta o quedarse corto donde sí la hace.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Tipo de hosting según el comportamiento de la app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Despliegue: publicar una versión utilizable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no llega sola a Internet; hay un proceso técnico que la prepara, publica y verifica.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21408"/>
            <a:ext cx="269748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67712"/>
            <a:ext cx="201168" cy="131673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32257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3584" y="2633472"/>
            <a:ext cx="1984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Compilar, ordenar archivos o dejar lista una versión del proyecto.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30752" y="2121408"/>
            <a:ext cx="269748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77056" y="2267712"/>
            <a:ext cx="201168" cy="13167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232257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24528" y="2633472"/>
            <a:ext cx="1984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la versión a la plataforma o servidor donde quedará disponible.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11696" y="2121408"/>
            <a:ext cx="2697480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2267712"/>
            <a:ext cx="201168" cy="131673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232257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05472" y="2633472"/>
            <a:ext cx="19842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que responde bien, usa la configuración correcta y quedó estable.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" y="3858768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05072"/>
            <a:ext cx="201168" cy="15361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4059936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implica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43584" y="4370832"/>
            <a:ext cx="31272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Desplegar no siempre es “subir archivos”. También puede incluir dependencias, variables de entorno, servicios externos y automatizaciones.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3858768"/>
            <a:ext cx="5715000" cy="1828800"/>
          </a:xfrm>
          <a:prstGeom prst="roundRect">
            <a:avLst>
              <a:gd name="adj" fmla="val 3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38344" y="4005072"/>
            <a:ext cx="201168" cy="15361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85816" y="4059936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Entornos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85816" y="4370832"/>
            <a:ext cx="5001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local: donde programamos.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 o prueba: donde validamos una versión.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Producción: donde acceden los usuarios reales.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Publicar con criterio técnico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Desplegar implica una lista de tareas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Pensarlo como proceso reduce errores y ayuda a revisar en qué etapa puede haberse roto algo.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67712"/>
            <a:ext cx="31546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414016"/>
            <a:ext cx="201168" cy="10972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6888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Preparar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761488"/>
            <a:ext cx="2441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o dejar lista la versión que se publicará.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78224" y="2267712"/>
            <a:ext cx="31546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4528" y="2414016"/>
            <a:ext cx="201168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46888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Dependencias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61488"/>
            <a:ext cx="2441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Asegurar librerías, paquetes y recursos necesarios.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2267712"/>
            <a:ext cx="31546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2944" y="2414016"/>
            <a:ext cx="20116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0416" y="246888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Configurar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00416" y="2761488"/>
            <a:ext cx="2441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variables, servicios, rutas o credenciales.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92224" y="3986784"/>
            <a:ext cx="37947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38528" y="4133088"/>
            <a:ext cx="201168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4187952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Publicar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3081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la versión al entorno donde quedará disponible.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986784"/>
            <a:ext cx="37947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4133088"/>
            <a:ext cx="201168" cy="10972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7456" y="4187952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Verificar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77456" y="4480560"/>
            <a:ext cx="3081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que responde bien y quedó estable.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80160" y="5486400"/>
            <a:ext cx="9564624" cy="402336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26464" y="5559552"/>
            <a:ext cx="164592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55648" y="558698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útil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56432" y="5586984"/>
            <a:ext cx="6839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verificación, un despliegue no está realmente terminado.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Checklist mental para publicar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despliegue puede ser manual o automático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importante no es memorizar herramientas ahora, sino entender las dos lógicas de trabajo.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57984"/>
            <a:ext cx="49834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04288"/>
            <a:ext cx="201168" cy="1490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59152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670048"/>
            <a:ext cx="42702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persona ejecuta los pasos: prepara la versión, la publica y revisa el resultado de forma directa.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157984"/>
            <a:ext cx="4983480" cy="1783080"/>
          </a:xfrm>
          <a:prstGeom prst="roundRect">
            <a:avLst>
              <a:gd name="adj" fmla="val 307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2304288"/>
            <a:ext cx="201168" cy="1490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2359152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Automático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37376" y="2670048"/>
            <a:ext cx="42702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cambio en el repositorio o una acción programada dispara una secuencia que prepara, publica y valida.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42793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Entornos habituales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0120" y="4608576"/>
            <a:ext cx="2523744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6424" y="4754880"/>
            <a:ext cx="201168" cy="76809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3896" y="47365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53896" y="499262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programamos y probamos primero.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39312" y="4919472"/>
            <a:ext cx="310896" cy="329184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41648" y="4608576"/>
            <a:ext cx="2523744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87952" y="4754880"/>
            <a:ext cx="201168" cy="76809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47365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35424" y="499262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validamos antes de producción.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4919472"/>
            <a:ext cx="310896" cy="329184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23176" y="4608576"/>
            <a:ext cx="2523744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4754880"/>
            <a:ext cx="201168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6952" y="47365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16952" y="499262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entran los usuarios reales.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Formas de publicar y entornos de trabajo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mismo “no funciona” puede significar cosas distintas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clave es asociar cada síntoma con la capa que conviene revisar primero.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76272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22576"/>
            <a:ext cx="201168" cy="10332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7744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encuentra el sitio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688336"/>
            <a:ext cx="4270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revisar dominio y DNS antes de culpar a la aplicación.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2176272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44184" y="2322576"/>
            <a:ext cx="201168" cy="10332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237744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 una versión vieja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1656" y="2688336"/>
            <a:ext cx="4270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haber un despliegue incompleto o una actualización no aplicada.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22192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968496"/>
            <a:ext cx="201168" cy="10332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402336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Abre, pero falla al usarlo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43584" y="4334256"/>
            <a:ext cx="4270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puede estar en la app, en datos o en servicios conectados.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97880" y="3822192"/>
            <a:ext cx="49834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44184" y="3968496"/>
            <a:ext cx="201168" cy="10332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1656" y="402336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cae de forma intermitente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1656" y="4334256"/>
            <a:ext cx="4270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apuntar a hosting, recursos insuficientes o procesos inestables.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Diagnóstico básico por capas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guiado: publicar un portafolio personal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escala es simple, pero la lógica del proceso es la misma que veremos en proyectos mayores.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0332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Desarrollar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706624"/>
            <a:ext cx="20299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construye y prueba en el equipo local.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12464" y="2212848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8768" y="2359152"/>
            <a:ext cx="201168" cy="10332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4140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Elegir hosting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2706624"/>
            <a:ext cx="20299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define dónde quedarán los archivos publicados.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2212848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21424" y="2359152"/>
            <a:ext cx="201168" cy="10332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8896" y="24140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Asociar dominio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68896" y="2706624"/>
            <a:ext cx="20299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decide con qué nombre público entrarán las personas.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3895344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041648"/>
            <a:ext cx="201168" cy="10332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40965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Configurar DNS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43584" y="4389120"/>
            <a:ext cx="20299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nombre debe apuntar al destino correcto.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12464" y="3895344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58768" y="4041648"/>
            <a:ext cx="201168" cy="10332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40965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Desplegar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4389120"/>
            <a:ext cx="20299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publica la versión actual del proyecto.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0" y="3895344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21424" y="4041648"/>
            <a:ext cx="201168" cy="10332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8896" y="40965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Verificar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68896" y="4389120"/>
            <a:ext cx="20299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comprueba que cargue bien cada vez que hay cambios.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637776" y="2212848"/>
            <a:ext cx="1645920" cy="3008376"/>
          </a:xfrm>
          <a:prstGeom prst="roundRect">
            <a:avLst>
              <a:gd name="adj" fmla="val 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93808" y="24688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38944" y="2926080"/>
            <a:ext cx="1225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Aunque cambien las herramientas, la relación entre nombre, infraestructura y despliegue sigue siendo esencial.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Ejemplo simple con lógica real de publicación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conectan dominio, hosting y despliegue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importante es entender la cadena completa, no memorizar herramientas aisladas.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76272"/>
            <a:ext cx="19659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322576"/>
            <a:ext cx="201168" cy="10058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37744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local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43584" y="2743200"/>
            <a:ext cx="125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app se desarrolla y prueba.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16936" y="2505456"/>
            <a:ext cx="402336" cy="475488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2176272"/>
            <a:ext cx="1965960" cy="1298448"/>
          </a:xfrm>
          <a:prstGeom prst="roundRect">
            <a:avLst>
              <a:gd name="adj" fmla="val 4225"/>
            </a:avLst>
          </a:prstGeom>
          <a:solidFill>
            <a:srgbClr val="FFF7E8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94176" y="2322576"/>
            <a:ext cx="201168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237744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Despliegue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41648" y="2743200"/>
            <a:ext cx="125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publica una versión lista.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0" y="2505456"/>
            <a:ext cx="402336" cy="475488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2176272"/>
            <a:ext cx="19659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322576"/>
            <a:ext cx="20116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237744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9712" y="2743200"/>
            <a:ext cx="125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infraestructura la aloja.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13064" y="2505456"/>
            <a:ext cx="402336" cy="475488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2176272"/>
            <a:ext cx="2194560" cy="1298448"/>
          </a:xfrm>
          <a:prstGeom prst="roundRect">
            <a:avLst>
              <a:gd name="adj" fmla="val 422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0304" y="2322576"/>
            <a:ext cx="201168" cy="10058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37776" y="237744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 + DNS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37776" y="274320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guía el tráfico al destino correcto.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" y="3858768"/>
            <a:ext cx="480060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" y="4005072"/>
            <a:ext cx="201168" cy="160934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4059936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capa falla...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43584" y="4370832"/>
            <a:ext cx="4087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dominio mal configurado puede impedir el acceso.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puede apuntar al lugar incorrecto.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hosting puede caerse.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despliegue incompleto puede romper la versión publicada.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3858768"/>
            <a:ext cx="4754880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98464" y="4005072"/>
            <a:ext cx="201168" cy="160934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4059936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simple: portafolio personal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45936" y="4370832"/>
            <a:ext cx="4041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construye en local, se publica en una plataforma de hosting, se asocia un dominio y se verifica que el navegador cargue el sitio correcto cada vez que hay cambios.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Cadena completa de publicación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201168"/>
            <a:ext cx="1371600" cy="1371600"/>
          </a:xfrm>
          <a:prstGeom prst="ellipse">
            <a:avLst/>
          </a:prstGeom>
          <a:solidFill>
            <a:srgbClr val="E76F51">
              <a:alpha val="92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41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nos llevamos del Bloque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8096" y="1645920"/>
            <a:ext cx="5440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Dominio, hosting y despliegue no son sinónimos: son piezas distintas que hacen posible que una aplicación exista públicamente en Internet.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47104" y="1883664"/>
            <a:ext cx="201168" cy="7863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4576" y="1883664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94576" y="2176272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aplicación puede funcionar en local y aun así no estar publicada?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944368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3090672"/>
            <a:ext cx="201168" cy="7863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3090672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94576" y="3383280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un dominio, una URL completa y una dirección IP?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151376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4297680"/>
            <a:ext cx="201168" cy="78638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4297680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94576" y="4590288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aparece si el proyecto está bien hecho, pero el dominio o DNS están mal configurados?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" y="56235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6013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Sigue: seguridad básica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1488" y="568756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bloque veremos cómo publicar y navegar con más criterio y menos riesgo.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0040"/>
            <a:ext cx="2240280" cy="2240280"/>
          </a:xfrm>
          <a:prstGeom prst="ellipse">
            <a:avLst/>
          </a:prstGeom>
          <a:solidFill>
            <a:srgbClr val="E9C46A">
              <a:alpha val="92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486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58521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" y="122529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básica y criterio al publicar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8096" y="2084832"/>
            <a:ext cx="5989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Cerramos la clase entendiendo que una app no solo debe funcionar: también debe publicarse con responsabilidad técnica.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127248"/>
            <a:ext cx="31546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3273552"/>
            <a:ext cx="201168" cy="9875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456" y="3328416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Conexión segura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62456" y="3694176"/>
            <a:ext cx="2441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lo mismo HTTP que HTTPS cuando una aplicación circula por Internet.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0832" y="3127248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7136" y="3273552"/>
            <a:ext cx="201168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3328416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Secretos y acceso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64608" y="369417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Credenciales, claves y permisos no deberían quedar expuestos.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07808" y="3127248"/>
            <a:ext cx="327355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54112" y="3273552"/>
            <a:ext cx="201168" cy="9875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332841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Publicar con criterio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01584" y="36941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una app cargue bien no significa que esté bien publicada.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" y="5029200"/>
            <a:ext cx="8549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del bloque es pasar de una mirada técnica básica a una mirada más responsable sobre lo que significa dejar una aplicación expuesta en la Web.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seguridad acompaña todo el proceso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 parche final: cambia de sentido cuando la app pasa de local a Internet.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84832"/>
            <a:ext cx="3977640" cy="3547872"/>
          </a:xfrm>
          <a:prstGeom prst="roundRect">
            <a:avLst>
              <a:gd name="adj" fmla="val 20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633472"/>
            <a:ext cx="31546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Publicar una aplicación significa hacerla visible y utilizable, pero también más vulnerable si no se toman precauciones básicas.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457200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se relaciona con datos, acceso, credenciales, formularios, rutas expuestas y confianza del entorno publicado.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10912" y="2103120"/>
            <a:ext cx="550468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57216" y="2249424"/>
            <a:ext cx="201168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230428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una app ya está publicada...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04688" y="2670048"/>
            <a:ext cx="4791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en contacto con usuarios reales, tráfico real, errores reales e intentos de acceso no deseado.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10912" y="3913632"/>
            <a:ext cx="5504688" cy="1719072"/>
          </a:xfrm>
          <a:prstGeom prst="roundRect">
            <a:avLst>
              <a:gd name="adj" fmla="val 3191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57216" y="4059936"/>
            <a:ext cx="201168" cy="14264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411480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mínimas que conviene hacerse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04688" y="4425696"/>
            <a:ext cx="4791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datos maneja la app?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puede acceder?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protegen las credenciales?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pasa si alguien usa mal un formulario o una ruta expuesta?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Seguridad como criterio transversal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Publicar cambia el nivel de exposición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en local parece controlado, en Internet entra en contacto con otras personas, tráfico real y uso imprevisto.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194560"/>
            <a:ext cx="3337560" cy="3246120"/>
          </a:xfrm>
          <a:prstGeom prst="roundRect">
            <a:avLst>
              <a:gd name="adj" fmla="val 169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40864"/>
            <a:ext cx="201168" cy="295351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395728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de mirada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724912"/>
            <a:ext cx="262432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local solemos pensar en si algo funciona. En Internet también importa quién puede verlo, qué datos mueve y qué pasa si alguien lo usa mal.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62272" y="2194560"/>
            <a:ext cx="26974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8576" y="2340864"/>
            <a:ext cx="201168" cy="115214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239572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local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6048" y="2688336"/>
            <a:ext cx="19842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depende del equipo del desarrollador y su exposición suele ser menor.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70064" y="2194560"/>
            <a:ext cx="318211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2340864"/>
            <a:ext cx="201168" cy="115214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239572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3840" y="268833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app queda disponible para personas, bots, errores de configuración y acceso no deseado.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62272" y="3968496"/>
            <a:ext cx="6089904" cy="1481328"/>
          </a:xfrm>
          <a:prstGeom prst="roundRect">
            <a:avLst>
              <a:gd name="adj" fmla="val 3704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4114800"/>
            <a:ext cx="201168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4169664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práctica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56048" y="4480560"/>
            <a:ext cx="5376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empieza a importar antes de un ataque complejo: basta con una clave expuesta, una ruta de prueba abierta o una mala configuración.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Publicar amplía la superficie de riesgo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mínimas antes de publicar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resuelven toda la seguridad, pero sí obligan a pensar con más criterio técnico.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4773168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04241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datos maneja?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724912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igual mostrar contenido público que procesar contraseñas o formularios.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88736" y="2212848"/>
            <a:ext cx="4773168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2359152"/>
            <a:ext cx="201168" cy="10424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41401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¿Quién puede entrar?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82512" y="2724912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distinguir acceso público, usuarios autenticados y administradores.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58768"/>
            <a:ext cx="4773168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005072"/>
            <a:ext cx="201168" cy="104241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405993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¿Dónde están las credenciales?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43584" y="4370832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clave visible en código, capturas o repositorios ya es un problema.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88736" y="3858768"/>
            <a:ext cx="4773168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4005072"/>
            <a:ext cx="201168" cy="10424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05993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pasa si se usa mal?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2512" y="4370832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que pensar en formularios, rutas expuestas y configuraciones incompletas.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Preguntas de activación y revisión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HTTP, HTTPS y confianza mínima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conexión importa, especialmente cuando una app empieza a manejar formularios, sesiones o datos sensibles.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03120"/>
            <a:ext cx="2834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49424"/>
            <a:ext cx="201168" cy="15361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30428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3584" y="2670048"/>
            <a:ext cx="21214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la comunicación entre cliente y servidor, pero no agrega por sí mismo una capa moderna de protección a la conexión.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58768" y="2103120"/>
            <a:ext cx="2834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5072" y="2249424"/>
            <a:ext cx="201168" cy="15361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230428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2544" y="2670048"/>
            <a:ext cx="21214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una capa de protección para que la comunicación viaje cifrada y sea más difícil de interceptar o manipular.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95160" y="2103120"/>
            <a:ext cx="3547872" cy="1828800"/>
          </a:xfrm>
          <a:prstGeom prst="roundRect">
            <a:avLst>
              <a:gd name="adj" fmla="val 3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mental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267004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aplicación va a circular por Internet, la seguridad de la conexión importa.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" y="4224528"/>
            <a:ext cx="470916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370832"/>
            <a:ext cx="201168" cy="115214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442569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aporta HTTPS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43584" y="4791456"/>
            <a:ext cx="3995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 mejor contraseñas, formularios y cierta información en tránsito, además de construir una confianza mínima para el usuario.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60720" y="4224528"/>
            <a:ext cx="4782312" cy="1444752"/>
          </a:xfrm>
          <a:prstGeom prst="roundRect">
            <a:avLst>
              <a:gd name="adj" fmla="val 3797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7024" y="4370832"/>
            <a:ext cx="201168" cy="115214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4425696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 significa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54496" y="4791456"/>
            <a:ext cx="4069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un candado no vuelve perfecto a un sitio. Solo indica que existe una capa de protección en la conexión y un certificado asociado.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Conexión segura y confianza básica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señales solemos ver en el navegador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sustituyen el análisis técnico, pero ayudan a formar un criterio inicial al abrir un sitio.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312724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5361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HTTPS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724912"/>
            <a:ext cx="24140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aparecer la conexión segura, el navegador no lanza advertencias básicas y el envío de formularios tiene una base mínima de confianza.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9664" y="2212848"/>
            <a:ext cx="312724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2359152"/>
            <a:ext cx="201168" cy="15361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41401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HTTPS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724912"/>
            <a:ext cx="24140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puede marcar el sitio como no seguro y el usuario percibe un riesgo inmediato al interactuar.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2212848"/>
            <a:ext cx="2962656" cy="1828800"/>
          </a:xfrm>
          <a:prstGeom prst="roundRect">
            <a:avLst>
              <a:gd name="adj" fmla="val 3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2359152"/>
            <a:ext cx="201168" cy="15361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2414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correcta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83296" y="2724912"/>
            <a:ext cx="22494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del navegador orienta, pero no reemplaza revisar cómo está hecha la aplicación.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33856" y="4407408"/>
            <a:ext cx="9189720" cy="1005840"/>
          </a:xfrm>
          <a:prstGeom prst="roundRect">
            <a:avLst>
              <a:gd name="adj" fmla="val 5455"/>
            </a:avLst>
          </a:prstGeom>
          <a:solidFill>
            <a:srgbClr val="EEF7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4553712"/>
            <a:ext cx="201168" cy="7132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4553712"/>
            <a:ext cx="8513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práctica para estudiantes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27632" y="4809744"/>
            <a:ext cx="8476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proyecto publicado va a pedir datos o formularios, no deberíamos normalizar que viaje sin una conexión segura.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Señales visibles y criterio inicial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candado no significa “sitio perfecto”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mejora la conexión, pero no resuelve por sí solo todos los problemas de seguridad.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468172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9476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sí aporta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743200"/>
            <a:ext cx="3968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Cifra mejor la comunicación.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ciertos riesgos de interceptación.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 una base mínima de confianza para navegar e ingresar datos.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05856" y="2212848"/>
            <a:ext cx="4864608" cy="2240280"/>
          </a:xfrm>
          <a:prstGeom prst="roundRect">
            <a:avLst>
              <a:gd name="adj" fmla="val 2449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2359152"/>
            <a:ext cx="201168" cy="19476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41401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 garantiza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9632" y="2743200"/>
            <a:ext cx="4151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corrige claves expuestas.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soluciona rutas de prueba abiertas.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vuelve segura una aplicación con mala lógica o mala configuración.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4882896"/>
            <a:ext cx="8869680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5010912"/>
            <a:ext cx="8193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Conclusión: HTTPS es condición importante, pero no es seguridad total.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Límites de una sola medida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Credenciales, autenticación y secretos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 la información tiene el mismo nivel de sensibilidad cuando un proyecto se publica.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84832"/>
            <a:ext cx="32461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31136"/>
            <a:ext cx="201168" cy="12801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28600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Credenciales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3584" y="2651760"/>
            <a:ext cx="2532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permiten identificarse o acceder: contraseñas, claves de API, tokens o cadenas de conexión.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2084832"/>
            <a:ext cx="32461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2231136"/>
            <a:ext cx="201168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228600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73168" y="2651760"/>
            <a:ext cx="2532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mediante el cual un sistema verifica quién eres antes de entregarte acceso.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08976" y="2084832"/>
            <a:ext cx="27432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231136"/>
            <a:ext cx="201168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2860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Autorización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02752" y="265176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sobre lo que puedes o no puedes hacer una vez autenticado.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" y="3913632"/>
            <a:ext cx="4251960" cy="1755648"/>
          </a:xfrm>
          <a:prstGeom prst="roundRect">
            <a:avLst>
              <a:gd name="adj" fmla="val 312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59936"/>
            <a:ext cx="201168" cy="14630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41148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no debería quedar expuesto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43584" y="4425696"/>
            <a:ext cx="35387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Claves de API.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Credenciales de administración.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Secretos incrustados en código público.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3913632"/>
            <a:ext cx="5239512" cy="1755648"/>
          </a:xfrm>
          <a:prstGeom prst="roundRect">
            <a:avLst>
              <a:gd name="adj" fmla="val 3125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4059936"/>
            <a:ext cx="201168" cy="1463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7296" y="4114800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 mínima recomendable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97296" y="4425696"/>
            <a:ext cx="4526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compartir claves por canales inseguros. No mostrarlas en capturas o repositorios públicos. No asumir que un proyecto pequeño pasa desapercibido.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Acceso, identidad y secretos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tipo de información no debería quedar expuesta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a clasificar datos sensibles es parte del criterio profesional mínimo.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06070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Contraseñas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2706624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deberían circular visibles en proyectos o capturas.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12464" y="2212848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8768" y="2359152"/>
            <a:ext cx="201168" cy="10607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4140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Claves de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2706624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 acceso a servicios externos y pueden generar costos o abuso.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2212848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21424" y="2359152"/>
            <a:ext cx="201168" cy="10607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8896" y="24140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68896" y="2706624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representar sesiones, acceso o automatizaciones activas.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3877056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023360"/>
            <a:ext cx="201168" cy="106070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407822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Conexión a base de datos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43584" y="4370832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Exponerla puede comprometer datos y administración.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12464" y="3877056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58768" y="4023360"/>
            <a:ext cx="201168" cy="106070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407822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Credenciales de administración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4370832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Afectan el control completo del proyecto o servicio.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0" y="3877056"/>
            <a:ext cx="2743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21424" y="4023360"/>
            <a:ext cx="201168" cy="10607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8896" y="407822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Archivos de entorno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68896" y="4370832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Suelen contener variables sensibles que no deberían quedar públicas.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Tipos de datos con mayor sensibilidad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Credenciales, autenticación y autorización no son lo mismo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estas ideas ayuda a leer mejor cómo funciona un sistema cuando alguien intenta entrar.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249424"/>
            <a:ext cx="259689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395728"/>
            <a:ext cx="201168" cy="16276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Credenciales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5024" y="2761488"/>
            <a:ext cx="18836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los datos usados para identificarse: usuario, contraseña, token o clave.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2907792"/>
            <a:ext cx="256032" cy="384048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2249424"/>
            <a:ext cx="259689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59936" y="2395728"/>
            <a:ext cx="201168" cy="16276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07408" y="2761488"/>
            <a:ext cx="18836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proceso que verifica si esos datos corresponden realmente a quien intenta entrar.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38544" y="2907792"/>
            <a:ext cx="256032" cy="384048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86016" y="2249424"/>
            <a:ext cx="2596896" cy="1920240"/>
          </a:xfrm>
          <a:prstGeom prst="roundRect">
            <a:avLst>
              <a:gd name="adj" fmla="val 28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395728"/>
            <a:ext cx="201168" cy="16276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Autorización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79792" y="2761488"/>
            <a:ext cx="18836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decisión sobre qué puede hacer esa persona una vez que ya fue reconocida.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0160" y="4645152"/>
            <a:ext cx="8924544" cy="9144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26464" y="4791456"/>
            <a:ext cx="201168" cy="6217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3936" y="4773168"/>
            <a:ext cx="8247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mental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73936" y="5029200"/>
            <a:ext cx="8211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Ingresar una contraseña es credencial. Comprobarla es autenticación. Permitir entrar al panel de administración es autorización.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Distinciones básicas de acceso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comunes e higiene técnica básica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trata de paranoia: se trata de incorporar hábitos mínimos de trabajo responsable.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03120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49424"/>
            <a:ext cx="201168" cy="10332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30428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HTTPS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43584" y="2596896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 de confianza y mayor exposición de información.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13632" y="2103120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59936" y="2249424"/>
            <a:ext cx="201168" cy="10332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30428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Contraseñas débiles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07408" y="2596896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Facilitan accesos no autorizados o malas prácticas repetidas.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77456" y="2103120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2249424"/>
            <a:ext cx="201168" cy="10332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230428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Claves visibles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71232" y="2596896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Comprometen servicios externos o datos aunque la interfaz funcione bien.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" y="3803904"/>
            <a:ext cx="2788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950208"/>
            <a:ext cx="201168" cy="10332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4005072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Rutas expuestas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43584" y="4297680"/>
            <a:ext cx="2075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Dejan paneles o funciones de prueba accesibles en producción.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13632" y="3803904"/>
            <a:ext cx="5952744" cy="1325880"/>
          </a:xfrm>
          <a:prstGeom prst="roundRect">
            <a:avLst>
              <a:gd name="adj" fmla="val 41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9936" y="3950208"/>
            <a:ext cx="201168" cy="10332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4005072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mínimo al publicar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07408" y="4297680"/>
            <a:ext cx="52395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HTTPS. Evitar credenciales expuestas. Revisar qué archivos se suben. Mantener orden entre local, prueba y producción. Desconfiar del “es solo un proyecto pequeño”.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" y="5522976"/>
            <a:ext cx="9985248" cy="438912"/>
          </a:xfrm>
          <a:prstGeom prst="roundRect">
            <a:avLst>
              <a:gd name="adj" fmla="val 8333"/>
            </a:avLst>
          </a:prstGeom>
          <a:solidFill>
            <a:srgbClr val="D9F3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5650992"/>
            <a:ext cx="9372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app puede verse bien y aun así estar mal publicada si no se revisan estos mínimos.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Riesgos iniciales y hábitos mínimos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frecuentes al publicar proyectos iniciales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Suelen aparecer más por apuro o desconocimiento que por mala intención.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473659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0607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prueba visible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7249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Quedan paneles o funciones que no estaban pensadas para usuarios finales.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88736" y="2212848"/>
            <a:ext cx="473659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2359152"/>
            <a:ext cx="201168" cy="106070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414016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 sensible incluido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82512" y="27249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suben configuraciones o datos que debieron quedarse fuera.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3877056"/>
            <a:ext cx="473659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023360"/>
            <a:ext cx="201168" cy="10607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407822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Claves en capturas o repo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43584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funciona, pero ya perdió confiabilidad al exponer acceso.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88736" y="3877056"/>
            <a:ext cx="473659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4023360"/>
            <a:ext cx="201168" cy="106070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07822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solo la interfaz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2512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mira si carga bien, pero no qué quedó realmente publicado detrás.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Errores comunes en primeras publicaciones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Hábitos mínimos de higiene técnica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convierten una app en invulnerable, pero sí elevan el estándar del trabajo.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212848"/>
            <a:ext cx="26517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359152"/>
            <a:ext cx="201168" cy="104241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41401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HTTPS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" y="2706624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normalizar conexiones inseguras en proyectos publicados.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30752" y="2212848"/>
            <a:ext cx="26517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77056" y="2359152"/>
            <a:ext cx="201168" cy="10424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41401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Proteger secretos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24528" y="2706624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dejar claves visibles en código, capturas o repositorios públicos.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0256" y="2212848"/>
            <a:ext cx="26517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359152"/>
            <a:ext cx="201168" cy="104241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241401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archivos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14032" y="2706624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qué subimos realmente antes de compartir un enlace.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3877056"/>
            <a:ext cx="26517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4023360"/>
            <a:ext cx="201168" cy="10424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407822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Ordenar entornos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35024" y="43708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local, prueba y producción para reducir errores.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30752" y="3877056"/>
            <a:ext cx="26517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77056" y="4023360"/>
            <a:ext cx="201168" cy="104241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407822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Claves seguras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24528" y="43708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claves débiles, repetidas o compartidas sin control.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0256" y="3877056"/>
            <a:ext cx="26517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4023360"/>
            <a:ext cx="201168" cy="104241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407822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Verificar antes de mostrar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14032" y="43708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revisión final evita compartir algo mal configurado.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Hábitos básicos de trabajo responsable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“Es solo un proyecto pequeño” es una mala excusa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tamaño del proyecto no elimina la necesidad de trabajar con un mínimo de cuidado.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3063240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9385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3584" y="2743200"/>
            <a:ext cx="23500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es un proyecto académico o chico, no importa si una clave queda expuesta o si la configuración está a medias.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96512" y="2212848"/>
            <a:ext cx="3063240" cy="2231136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42816" y="2359152"/>
            <a:ext cx="201168" cy="19385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414016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real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288" y="2743200"/>
            <a:ext cx="235000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hábito se arrastra después a proyectos mayores. Lo que hoy parece pequeño mañana puede afectar usuarios o servicios reales.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43216" y="2212848"/>
            <a:ext cx="3108960" cy="2231136"/>
          </a:xfrm>
          <a:prstGeom prst="roundRect">
            <a:avLst>
              <a:gd name="adj" fmla="val 245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359152"/>
            <a:ext cx="201168" cy="19385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24140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de estándar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36992" y="2743200"/>
            <a:ext cx="23957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desde temprano a publicar con orden y cuidado mejora el criterio técnico del curso completo.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35024" y="4919472"/>
            <a:ext cx="8668512" cy="457200"/>
          </a:xfrm>
          <a:prstGeom prst="roundRect">
            <a:avLst>
              <a:gd name="adj" fmla="val 8000"/>
            </a:avLst>
          </a:prstGeom>
          <a:solidFill>
            <a:srgbClr val="EEF7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" y="5065776"/>
            <a:ext cx="8010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no es paranoia técnica: es formar hábitos que luego no haya que desaprender.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Desarmando una excusa muy común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seguridad atraviesa varias capas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depende de una sola pieza: aparece en el recorrido completo de la aplicación.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18288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359152"/>
            <a:ext cx="201168" cy="115214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4140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43584" y="2706624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señales y recibe formularios.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51760" y="2724912"/>
            <a:ext cx="164592" cy="256032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07792" y="2212848"/>
            <a:ext cx="18288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4096" y="2359152"/>
            <a:ext cx="201168" cy="115214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4140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2706624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o HTTPS cambia el nivel de protección.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9744" y="2724912"/>
            <a:ext cx="164592" cy="256032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5776" y="2212848"/>
            <a:ext cx="18288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2359152"/>
            <a:ext cx="201168" cy="115214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24140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59552" y="2706624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infraestructura también puede estar mal configurada.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67728" y="2724912"/>
            <a:ext cx="164592" cy="256032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2212848"/>
            <a:ext cx="182880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2359152"/>
            <a:ext cx="201168" cy="11521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17536" y="24140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17536" y="2706624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 rutas, accesos y lógica.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25712" y="2724912"/>
            <a:ext cx="164592" cy="256032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81744" y="2212848"/>
            <a:ext cx="1828800" cy="1444752"/>
          </a:xfrm>
          <a:prstGeom prst="roundRect">
            <a:avLst>
              <a:gd name="adj" fmla="val 37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8048" y="2359152"/>
            <a:ext cx="201168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241401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0" y="2706624"/>
            <a:ext cx="1115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Credenciales y recursos sensibles requieren cuidado.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115568" y="4133088"/>
            <a:ext cx="93268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61872" y="4279392"/>
            <a:ext cx="201168" cy="9692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09344" y="4334256"/>
            <a:ext cx="8650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central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09344" y="4645152"/>
            <a:ext cx="8613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algo falla o se expone, no conviene culpar de inmediato a una sola parte. Hay que pensar en capas y revisar el recorrido completo.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Mirada sistémica sobre el riesgo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04120" y="320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4754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Bloque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en el recorrido completo de una app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Publicar rápido no siempre significa publicar bien.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39696"/>
            <a:ext cx="1828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286000"/>
            <a:ext cx="201168" cy="9875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34086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43584" y="2688336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Accede desde el navegador.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2514600"/>
            <a:ext cx="182880" cy="310896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4368" y="2139696"/>
            <a:ext cx="21945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2286000"/>
            <a:ext cx="201168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23408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 y DNS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38144" y="268833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Orientan la solicitud.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2514600"/>
            <a:ext cx="182880" cy="310896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04688" y="2139696"/>
            <a:ext cx="1828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2286000"/>
            <a:ext cx="201168" cy="9875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234086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98464" y="2688336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Aloja la aplicación.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2514600"/>
            <a:ext cx="182880" cy="310896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6448" y="2139696"/>
            <a:ext cx="1965960" cy="1280160"/>
          </a:xfrm>
          <a:prstGeom prst="roundRect">
            <a:avLst>
              <a:gd name="adj" fmla="val 42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2752" y="2286000"/>
            <a:ext cx="201168" cy="9875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2340864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50224" y="2688336"/>
            <a:ext cx="125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 datos y accesos.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767328"/>
            <a:ext cx="452628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" y="3913632"/>
            <a:ext cx="201168" cy="151790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3968496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breve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43584" y="4279392"/>
            <a:ext cx="3813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estudiante publica su primer proyecto. La interfaz carga, pero deja una ruta de prueba expuesta, una configuración incompleta y una clave visible en el proyecto.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59552" y="3767328"/>
            <a:ext cx="4983480" cy="1810512"/>
          </a:xfrm>
          <a:prstGeom prst="roundRect">
            <a:avLst>
              <a:gd name="adj" fmla="val 3030"/>
            </a:avLst>
          </a:prstGeom>
          <a:solidFill>
            <a:srgbClr val="FFF7E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05856" y="3913632"/>
            <a:ext cx="201168" cy="151790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3328" y="3968496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Lección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53328" y="4279392"/>
            <a:ext cx="4270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una app funcione no garantiza que sea confiable. Aprender desarrollo web también implica decidir qué publicar, cómo publicarlo y bajo qué condiciones mínimas.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632764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Del funcionamiento al criterio técnico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219456"/>
            <a:ext cx="1417320" cy="1417320"/>
          </a:xfrm>
          <a:prstGeom prst="ellipse">
            <a:avLst/>
          </a:prstGeom>
          <a:solidFill>
            <a:srgbClr val="E9C46A">
              <a:alpha val="92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41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nos llevamos del Bloque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8096" y="1645920"/>
            <a:ext cx="5468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aplicación web no solo debe funcionar: también debe publicarse con un nivel mínimo de seguridad, criterio y responsabilidad técnica.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47104" y="1883664"/>
            <a:ext cx="201168" cy="78638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4576" y="1883664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94576" y="2176272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práctica existe entre HTTP y HTTPS?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944368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3090672"/>
            <a:ext cx="201168" cy="7863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3090672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94576" y="3383280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tipo de información nunca debería quedar expuesta en un proyecto público?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151376"/>
            <a:ext cx="46177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47104" y="4297680"/>
            <a:ext cx="201168" cy="7863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4297680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94576" y="4590288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publicar rápido no siempre significa publicar correctamente?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" y="562356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66013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clase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95728" y="5687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esto completamos el mapa inicial de cómo funciona la Web y qué exige poner una aplicación en Internet.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PRO301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Web No Es Magia</dc:title>
  <dc:subject>Clase 01 - Bloques 1 a 4</dc:subject>
  <dc:creator>Codex</dc:creator>
  <cp:lastModifiedBy>Codex</cp:lastModifiedBy>
  <cp:revision>1</cp:revision>
  <dcterms:created xsi:type="dcterms:W3CDTF">2026-03-09T03:37:36Z</dcterms:created>
  <dcterms:modified xsi:type="dcterms:W3CDTF">2026-03-09T03:37:36Z</dcterms:modified>
</cp:coreProperties>
</file>