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e Integración con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06 · Clase 01: El valor del mantenimiento y la arqueología técnica.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¿PHP está muerto?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meme vs. la Realidad Laboral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77% de la Web todavía corre sobre PHP. Los sistemas que hoy facturan millones suelen ser 'Legacy'.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de la Oportunidad Laboral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VIVO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4133088"/>
            <a:ext cx="73152" cy="15361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Sistemas Vivos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 que sostienen la operación diaria de empresas reales.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4133088"/>
            <a:ext cx="73152" cy="15361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Misión Crítica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negocio que solo existen en ese código antiguo.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OPOR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4133088"/>
            <a:ext cx="73152" cy="15361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Oportunidad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mantener es más valioso que solo saber crear.</a:t>
            </a:r>
            <a:endParaRPr lang="en-US" sz="10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Mentalidad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del Ingeniero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somos solo 'creadores de apps'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Médicos de Sistemas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Amateur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Destructivo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'esto es basura'.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Quiere borrar y reescribir.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los riesgos del negocio.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Profesional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Quirúrgico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'¿cómo funciona?'.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cambios incrementales.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el Axioma de Integridad.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misión para hoy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lograremos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 Estructuras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Diferenciar Arquitectura de Archivos vs Recursos.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Técnica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PHP legacy sin entrar en pánico.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Gestionar Estado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Dominar sesiones y cookies nativas de servidor.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el Axioma de Integridad en un CRUD real.</a:t>
            </a:r>
            <a:endParaRPr lang="en-US" sz="10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de Arqueología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Psicología y Valor del Legado.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Esencial y Superglobales.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Sesiones y Estado del Usuario.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Quirúrgico CRUD.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Principio de Integridad Técnica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Estabilidad vs. Impulso de Reescritura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sistemas de misión crítica, la estabilidad es el activo más valioso. Un ingeniero profesional no borra: comprende, protege e interviene con precisión.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Psicología y Valor del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lo 'viejo' sostiene el presente.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realmente el Código Legado?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El valor del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la perspectiva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código basura escrito por alguien que no sabía'.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código que ha sobrevivido al tiempo y ataques reales.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aburrido y no tiene valor tecnológico'.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sistema que paga los sueldos y sostiene el negocio.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código legacy es un activo.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décadas de reglas de negocio que nadie documentó.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 = Ingeniería.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requiere más nivel para reparar que para crear de cero.</a:t>
            </a:r>
            <a:endParaRPr lang="en-US" sz="10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vs. Recursos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Diferencia Estructural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llegamos al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(Moderno)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Lógicos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abstraída (/users/5).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framework rutea.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 del disco.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Legacy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 Físicos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directa (detalle.php).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carpeta es la API.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archivo no está, la ruta cae.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Carpeta es la API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Organización física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el legado, si mueves o renombras un archivo físico, destruyes el punto de acceso.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9381744" cy="29260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552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284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Físico vs. Lógico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767328"/>
            <a:ext cx="73152" cy="19019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/index.php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entrada principal. Suele contener el dashboard o la lista principal.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3767328"/>
            <a:ext cx="73152" cy="19019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/login.php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Procesador de credenciales. Recibe el POST y crea la sesión.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3767328"/>
            <a:ext cx="73152" cy="19019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/admin/edit.php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protegida. El anidamiento de carpetas define la jerarquía.</a:t>
            </a:r>
            <a:endParaRPr lang="en-US" sz="10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Patrón 'Espagueti'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Mezcla de responsabilidades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207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todo está mezclado?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PHP legacy, es normal encontrar SQL, lógica de negocio y HTML en el mismo archivo. Era el estándar de inmediatez antes de los frameworks.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75888"/>
            <a:ext cx="9381744" cy="2505456"/>
          </a:xfrm>
          <a:prstGeom prst="roundRect">
            <a:avLst>
              <a:gd name="adj" fmla="val 146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Anatomía de un archivo mezclado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242816"/>
            <a:ext cx="896112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Arqueóloga de Software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Estrategia de Exploración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el objetivo del Prompt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Reescritura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Intento de modernización ciega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'Este código es viejo, reescríbelo en FastAPI para que sea moderno'.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dependencias ocultas.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Rompe la base de datos actual.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sistema incompatible.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Arqueología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Exploración y Diagnóstico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PHP: lista qué variables recibe, qué tablas consulta y qué validaciones hace'.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Extrae reglas de negocio reales.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puntos de falla.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el sistema estable.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es tu reemplazo, es tu microscopio para entender sistemas complejos.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Estrategia de Exploración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¿Qué leer primero?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Reconocimiento del Sistema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 de Conexión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archivos como 'config.php' o 'db.php'. Identifica el servidor, usuario y base de datos.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Captura de Entradas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todas las variables $_POST. Ellas definen qué datos está esperando el script.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Lógica de Persistencia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 los comandos INSERT, UPDATE o DELETE. Es el corazón de la operación.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Datos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dónde se imprimen variables en el HTML. Define qué verá el usuario final.</a:t>
            </a:r>
            <a:endParaRPr lang="en-US" sz="10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proponer una 'reescritura total' es un riesgo financiero?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la estructura de carpetas sea la API en PHP legacy?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puede un agente de IA ayudar a entender un archivo de 500 líneas?</a:t>
            </a:r>
            <a:endParaRPr lang="en-US" sz="15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Dignificando el Legado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legado no es un estorbo, es un activo funcional que requiere respeto y maestría técnica.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PHP Esencial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Esencial y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Aprendiendo a leer el idioma que sostiene la web.</a:t>
            </a:r>
            <a:endParaRPr lang="en-US" sz="15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de Supervivencia I: Variables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Declaración y Tipado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Tipado Dinámico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II: Strings y Concatenación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El punto en lugar del más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Operaciones con Texto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Concatenación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punto (.) para unir textos. Ejemplo: 'Hola ' . $user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Simples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literal. No procesa variables internas.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Dobles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Interpolación: "Hola $nombre" funciona directamente.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Confusión Común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uses + para concatenar; PHP intentará sumar matemáticamente.</a:t>
            </a:r>
            <a:endParaRPr lang="en-US" sz="10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Arreglos Asociativos (El Corazón)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'Diccionarios' de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la estructura fundamental para transportar datos desde la DB y los formularios.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2926080"/>
            <a:ext cx="4572000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035808"/>
            <a:ext cx="431596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108960"/>
            <a:ext cx="4096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de Arreglo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493008"/>
            <a:ext cx="4151376" cy="2505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4416" y="292608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14416" y="292608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Estructura en Memoria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934456" y="331927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(Índice)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860536" y="331927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(Valor)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705856" y="352958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934456" y="355701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860536" y="355701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705856" y="376732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34456" y="379476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860536" y="37947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'TECH-01'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705856" y="400507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34456" y="403250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860536" y="40325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Bucles de Lectura: foreach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Procesando colecciones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resultados de base de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Sándwich PHP/HTML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Renderizado en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 cada uno?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el archivo .php.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etiquetas &lt;?php ?&gt;.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 la lógica.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solo HTML puro.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sabe que existió PHP.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Renderiza el texto.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envía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Etiquetas de Salida e Inyección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Escribiendo en el HTML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Formas de mostrar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Superglobales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El origen de la verdad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arreglos asociativos creados por el servidor que contienen datos de la petición HTTP.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291840"/>
            <a:ext cx="9381744" cy="2889504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4198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4930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más importantes hoy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931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visibles en la URL (Query Params).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931920"/>
            <a:ext cx="73152" cy="7223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ocultos en el cuerpo (Formularios).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572768" y="5074920"/>
            <a:ext cx="73152" cy="7223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773936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773936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persistentes del usuario en el servidor.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208776" y="5074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9944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$_SERVER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409944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técnica (IP, Browser, Ruta).</a:t>
            </a:r>
            <a:endParaRPr lang="en-US" sz="10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$_GET: La Verdad en la URL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Parámetros de consulta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GET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'pedir' o 'filtrar' información. Todo lo que esté después del signo '?' en la URL llega a este arreglo.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perfil.php?id=42&amp;tema=oscuro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$_POST: La Verdad en el Body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Procesando formularios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POST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'enviar' o 'crear' información sensible. Los datos no son visibles en la URL y no tienen límite de tamaño estricto.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Registro de usuario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Mapeo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Diagrama de Mapeo de Formulario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De HTML a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Cliente (HTML)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&lt;input name="user_id" value="5"&gt;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2027"/>
                </a:solidFill>
              </a:rPr>
              <a:t>→</a:t>
            </a:r>
            <a:endParaRPr lang="en-US" sz="32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Servidor (PHP)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$_POST['user_id'] // Vale 5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atributo 'name' en HTML es la llave del arreglo en PHP.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de Existencia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Evitando el error 500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saber si el dato llegó?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isset()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Devuelve true si la variable existe y no es nula. Evita el 'Undefined index'.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Operador ??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Asigna un valor por defecto si no existe. $id = $_GET['id'] ?? 0;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EMPTY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empty()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 si el valor es 'falsy' (cero, string vacío, false).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Amnesia de Índices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Intentar leer $_POST['x'] si no se envió causa un error fatal.</a:t>
            </a:r>
            <a:endParaRPr lang="en-US" sz="10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Traductora de Sintaxis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el Contrato de Datos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Novato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reescritura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'Limpia este código PHP y hazlo más corto'.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validaciones necesarias.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 nombres de variables.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Pierde la conexión original.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Traducción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a Pseudocódigo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'Explica qué campos espera este script en $_POST y genera una clase Pydantic equivalente para entenderlo'.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 el contrato real.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 el sistema.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 la futura integración.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la IA para leer lo que no entiendes, no para ignorar el código legacy.</a:t>
            </a:r>
            <a:endParaRPr lang="en-US" sz="8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Práctica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Actividad Relámpago: Detecta los Inputs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Desafío de lectura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657600"/>
          </a:xfrm>
          <a:prstGeom prst="roundRect">
            <a:avLst>
              <a:gd name="adj" fmla="val 1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datos necesita este script?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290779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5797296"/>
            <a:ext cx="9381744" cy="548640"/>
          </a:xfrm>
          <a:prstGeom prst="roundRect">
            <a:avLst>
              <a:gd name="adj" fmla="val 666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5961888"/>
            <a:ext cx="8979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Identifica: 1. Un dato de URL | 2. Un dato de Formulario | 3. Un dato de Memoria.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Evolución del Tipado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 lo Dinámico a lo Estricto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6217920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596188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5742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8.0+: Tipado Fuerte Nativo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5797296" cy="34015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260336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33488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16368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Fin del Caos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16368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El tipado dinámico del legado causaba errores silenciosos.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PHP moderno permite definir contratos claros (como FastAPI).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Usamos IA para 'tipear' el código antiguo durante el mantenimiento.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símbolo distingue a las variables en PHP sin importar su tipo?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diferencia el uso de $_GET frente al de $_POST en un CRUD?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atributo 'name' de HTML es vital para el servidor PHP?</a:t>
            </a:r>
            <a:endParaRPr lang="en-US" sz="15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del Idioma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PHP legacy no es aprender un lenguaje nuevo, es aprender a leer cómo fluye HTTP.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$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sin tipo obligatorio y arreglos asociativos.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vive dentro del HTML inyectando datos con echo.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verdad llega vía $_GET y $_POST.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Sesiones y Cookies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Sesiones, Cookies y 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del Usuario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el servidor construye una memoria persistente en un mundo sin estado.</a:t>
            </a:r>
            <a:endParaRPr lang="en-US" sz="15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Problema: HTTP Stateless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La amnesia del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defecto, HTTP no tiene memoria. Cada petición es un 'extraño' para el servidor.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1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'Hola, soy Diego'.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'Ok, toma tu perfil'.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96128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2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852160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'Dime mi saldo'.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'¿Quién eres tú?'.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Solución: El Casillero del Servidor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session_start()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Mecánica de session_start()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archivo físico en el servidor (usualmente en /tmp) para este usuario.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Identificador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un ID único y aleatorio de 32 caracteres (PHPSESSID).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09344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10512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Envío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10512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inyecta automáticamente el ID en los headers de respuesta HTTP.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 de Oro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ejecutarse antes de enviar CUALQUIER texto al navegador.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Simbiosis: Sesión ↔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El ticket de entrada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 (Sesión)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los datos reales: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nombre: 'Diego'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rol: 'admin'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id: 102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</a:rPr>
              <a:t>🔗 PHPSESSID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 (Cookie)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solo el ID: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Value: 'abc123xyz...'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Domain: 'mi-app.com'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Cookie es el ticket; la Sesión es el casillero que abre ese ticket.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Anatomía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una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Descomposición estructural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029968"/>
            <a:ext cx="9381744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Atributos del 'Set-Cookie' Header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24712" y="2423160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Atributo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860536" y="24231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Función Técnica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96112" y="2633472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2660904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/ Value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860536" y="26609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par clave-valor (ej: PHPSESSID=abc123)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96112" y="2871216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24712" y="2898648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Expires / Max-Age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860536" y="289864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Cuánto tiempo vive la cookie antes de morir.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96112" y="3108960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24712" y="3136392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 / Path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860536" y="313639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qué URLs es válida la cookie.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96112" y="3346704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24712" y="3374136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HttpOnly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860536" y="337413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Protección: impide que JavaScript (XSS) lea la cookie.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6112" y="3584448"/>
            <a:ext cx="9198864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24712" y="3611880"/>
            <a:ext cx="7690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860536" y="361188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Obliga a que solo viaje sobre HTTPS.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Sintaxis: Gestionando el Estado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arreglo $_SESSION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y Escritura de Sesión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Autenticación (Login)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ciclo completo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petición a la persistencia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REQ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POST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envía user/pass desde un formulario HTML.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VAL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consulta la DB y confirma que el usuario es real.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WRIT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Escritura en Sesión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es válido, guardamos sus datos en el arreglo $_SESSION.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REDI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Redirección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Enviamos al usuario al dashboard usando header('Location: ...').</a:t>
            </a:r>
            <a:endParaRPr lang="en-US" sz="106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de Rutas (Middleware Legacy)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Control de Acceso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validación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legado, no hay sistema de roles automático. Debemos preguntar manualmente en cada página si el usuario tiene permiso.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auth_check.php (Fragmento)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Protocolo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de Sesión en Acción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Viaje en los Headers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Headers HTTP Reales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 (Login)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Set-Cookie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-&gt; Browser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Set-Cookie: PHPSESSID=abc123...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el vínculo físico.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(Perfil)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-&gt; Server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Cookie: PHPSESSID=abc123...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 el casillero.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↔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PHPSESSID</a:t>
            </a:r>
            <a:endParaRPr lang="en-US" sz="72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I: Secuestro de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 Hijacking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proteger la Cookie?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usuario no puede ver su PHPSESSID.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 visible en el inspector (Application -&gt; Cookies).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es imposible de adivinar.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robar vía XSS si no usas HttpOnly.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Robo de identidad técnica.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 atacante tiene tu PHPSESSID, es el dueño de tu sesión.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HTTPS.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Cifra el viaje del ID para que no sea capturado en la red.</a:t>
            </a:r>
            <a:endParaRPr lang="en-US" sz="10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II: Regeneración de ID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session_regenerate_id()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Cambiando la llave al entrar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práctica de ingeniería vital es cambiar el ID de sesión apenas el usuario se loguea. Esto invalida cualquier ID que un atacante haya intentado pre-establecer.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40480"/>
            <a:ext cx="9381744" cy="2340864"/>
          </a:xfrm>
          <a:prstGeom prst="roundRect">
            <a:avLst>
              <a:gd name="adj" fmla="val 15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Segura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Destrucción del Estado (Logout)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Quemando el casillero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Limpieza Total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unset($_SESSION['x'])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una sola llave. El usuario sigue logueado pero sin ese dato.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 = []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todas las variables pero mantiene el archivo de sesión.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session_destroy()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 el archivo físico del servidor. El usuario es olvidado.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Expiración por inactividad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borra sesiones viejas automáticamente tras X minutos.</a:t>
            </a:r>
            <a:endParaRPr lang="en-US" sz="106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Auditora de Sesiones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de Seguridad en Legado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Creación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foco en seguridad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 un script de login en PHP con sesiones'.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session_start básico.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regenera IDs.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Olvida validaciones de HttpOnly.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Auditoría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Crítico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script de login legacy: identifica vulnerabilidades en el manejo de PHPSESSID y sugiere parches quirúrgicos'.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 riesgos de Hijacking.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 mejoras de integridad.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arquitectura original.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es tu consultor de seguridad, no solo un generador de código.</a:t>
            </a:r>
            <a:endParaRPr lang="en-US" sz="8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pasaría si ejecutamos código HTML antes del comando session_start()?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ID de sesión viaja en una Cookie y no en la URL por seguridad?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es la diferencia técnica entre usar unset() y session_destroy()?</a:t>
            </a:r>
            <a:endParaRPr lang="en-US" sz="156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Memoria del Backend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sesiones son el pegamento técnico que convierte páginas aisladas en una Aplicación Web real.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session_start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Apertura del casillero privado en el servidor.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PHPSESSID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ticket físico que el navegador presenta en cada clic.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obligación de destruir y regenerar IDs por seguridad.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Mantenimiento Quirúrgico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Lectura e Integración con Código Legado</dc:title>
  <dc:subject>Clase 16</dc:subject>
  <dc:creator>Diego Obando</dc:creator>
  <cp:lastModifiedBy>Diego Obando</cp:lastModifiedBy>
  <cp:revision>1</cp:revision>
  <dcterms:created xsi:type="dcterms:W3CDTF">2026-04-19T19:44:00Z</dcterms:created>
  <dcterms:modified xsi:type="dcterms:W3CDTF">2026-04-19T19:44:00Z</dcterms:modified>
</cp:coreProperties>
</file>