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9728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82496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2578608"/>
            <a:ext cx="93817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e Integración con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" y="4041648"/>
            <a:ext cx="9381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06 · Clase 01: El valor del mantenimiento y la arqueología técnica.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796528" y="5321808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¿PHP está muerto?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meme vs. la Realidad Laboral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77% de la Web todavía corre sobre PHP. Los sistemas que hoy facturan millones suelen ser 'Legacy'.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6210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6941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de la Oportunidad Laboral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VIVO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4133088"/>
            <a:ext cx="73152" cy="15361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Sistemas Vivos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 que sostienen la operación diaria de empresas reales.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4041648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51376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51376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663440" y="4133088"/>
            <a:ext cx="73152" cy="15361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64608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Misión Crítica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4864608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negocio que solo existen en ese código antiguo.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7132320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42048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42048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OPOR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754112" y="4133088"/>
            <a:ext cx="73152" cy="15361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0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Oportunidad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7955280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Saber mantener es más valioso que solo saber crear.</a:t>
            </a:r>
            <a:endParaRPr lang="en-US" sz="10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Mentalidad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Perfil del Ingeniero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somos solo 'creadores de apps'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Médicos de Sistemas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Amateur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Destructivo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Dice: 'esto es basura'.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Quiere borrar y reescribir.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los riesgos del negocio.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Profesional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Quirúrgico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Dice: '¿cómo funciona?'.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Hace cambios incrementales.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 el Axioma de Integridad.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técnico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misión para hoy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lograremos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Identificar Estructuras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Diferenciar Arquitectura de Archivos vs Recursos.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Técnica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PHP legacy sin entrar en pánico.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Gestionar Estado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Dominar sesiones y cookies nativas de servidor.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Aplicar el Axioma de Integridad en un CRUD real.</a:t>
            </a:r>
            <a:endParaRPr lang="en-US" sz="10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Aprendizaje: Hoy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Bloques de Arqueología Técnica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0156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Psicología y Valor del Legado.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18211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5526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3814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3814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Esencial y Superglobales.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5955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3270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1558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1558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Sesiones y Estado del Usuario.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93699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1014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9302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Quirúrgico CRUD.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Ingeniería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Principio de Integridad Técnica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Estabilidad vs. Impulso de Reescritura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32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sistemas de misión crítica, la estabilidad es el activo más valioso. Un ingeniero profesional no borra: comprende, protege e interviene con precisión.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Psicología y Valor del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por qué lo 'viejo' sostiene el presente.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realmente el Código Legado?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El valor del negocio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Cambiando la perspectiva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'Es código basura escrito por alguien que no sabía'.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código que ha sobrevivido al tiempo y ataques reales.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'Es aburrido y no tiene valor tecnológico'.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sistema que paga los sueldos y sostiene el negocio.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código legacy es un activo.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décadas de reglas de negocio que nadie documentó.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 = Ingeniería.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requiere más nivel para reparar que para crear de cero.</a:t>
            </a:r>
            <a:endParaRPr lang="en-US" sz="10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 vs. Recursos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Diferencia Estructural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llegamos al dato?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 (Moderno)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Lógicos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abstraída (/users/5).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framework rutea.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Independiente del disco.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 Legacy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 Físicos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directa (detalle.php).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carpeta es la API.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archivo no está, la ruta cae.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Carpeta es la API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Organización física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el legado, si mueves o renombras un archivo físico, destruyes el punto de acceso.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9381744" cy="29260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25526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32841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Mapeo Físico vs. Lógico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767328"/>
            <a:ext cx="73152" cy="19019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/index.php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entrada principal. Suele contener el dashboard o la lista principal.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4041648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51376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51376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663440" y="3767328"/>
            <a:ext cx="73152" cy="19019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64608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/login.php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4864608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Procesador de credenciales. Recibe el POST y crea la sesión.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7132320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42048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42048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754112" y="3767328"/>
            <a:ext cx="73152" cy="19019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0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/admin/edit.php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7955280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protegida. El anidamiento de carpetas define la jerarquía.</a:t>
            </a:r>
            <a:endParaRPr lang="en-US" sz="10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Patrón 'Espagueti'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Mezcla de responsabilidades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207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todo está mezclado?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PHP legacy, es normal encontrar SQL, lógica de negocio y HTML en el mismo archivo. Era el estándar de inmediatez antes de los frameworks.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675888"/>
            <a:ext cx="9381744" cy="2505456"/>
          </a:xfrm>
          <a:prstGeom prst="roundRect">
            <a:avLst>
              <a:gd name="adj" fmla="val 146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7856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85876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Anatomía de un archivo mezclado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242816"/>
            <a:ext cx="896112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Arqueóloga de Software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Estrategia de Exploración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Cambiando el objetivo del Prompt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Reescritura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Intento de modernización ciega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'Este código es viejo, reescríbelo en FastAPI para que sea moderno'.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dependencias ocultas.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Rompe la base de datos actual.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sistema incompatible.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de Arqueología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Exploración y Diagnóstico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este PHP: lista qué variables recibe, qué tablas consulta y qué validaciones hace'.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Extrae reglas de negocio reales.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puntos de falla.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el sistema estable.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no es tu reemplazo, es tu microscopio para entender sistemas complejos.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Estrategia de Exploración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¿Qué leer primero?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Reconocimiento del Sistema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 de Conexión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archivos como 'config.php' o 'db.php'. Identifica el servidor, usuario y base de datos.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Captura de Entradas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todas las variables $_POST. Ellas definen qué datos está esperando el script.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Lógica de Persistencia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 los comandos INSERT, UPDATE o DELETE. Es el corazón de la operación.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 de Datos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dónde se imprimen variables en el HTML. Define qué verá el usuario final.</a:t>
            </a:r>
            <a:endParaRPr lang="en-US" sz="10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proponer una 'reescritura total' es un riesgo financiero?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la estructura de carpetas sea la API en PHP legacy?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puede un agente de IA ayudar a entender un archivo de 500 líneas?</a:t>
            </a:r>
            <a:endParaRPr lang="en-US" sz="15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Dignificando el Legado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legado no es un estorbo, es un activo funcional que requiere respeto y maestría técnica.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PHP Esencial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 Esencial y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Superglobales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Aprendiendo a leer el idioma que sostiene la web.</a:t>
            </a:r>
            <a:endParaRPr lang="en-US" sz="15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de Supervivencia I: Variables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Declaración y Tipado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y Tipado Dinámico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II: Strings y Concatenación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El punto en lugar del más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Operaciones con Texto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Concatenación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el punto (.) para unir textos. Ejemplo: 'Hola ' . $user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Comillas Simples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literal. No procesa variables internas.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DBL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Comillas Dobles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Interpolación: "Hola $nombre" funciona directamente.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Confusión Común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uses + para concatenar; PHP intentará sumar matemáticamente.</a:t>
            </a:r>
            <a:endParaRPr lang="en-US" sz="10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Arreglos Asociativos (El Corazón)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Los 'Diccionarios' de PHP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Son la estructura fundamental para transportar datos desde la DB y los formularios.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2926080"/>
            <a:ext cx="4572000" cy="3255264"/>
          </a:xfrm>
          <a:prstGeom prst="roundRect">
            <a:avLst>
              <a:gd name="adj" fmla="val 11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035808"/>
            <a:ext cx="431596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108960"/>
            <a:ext cx="4096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Sintaxis de Arreglo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3493008"/>
            <a:ext cx="4151376" cy="2505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4416" y="2926080"/>
            <a:ext cx="4572000" cy="1408176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614416" y="292608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Estructura en Memoria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934456" y="331927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(Índice)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860536" y="331927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(Valor)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705856" y="352958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934456" y="355701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860536" y="355701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705856" y="376732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34456" y="379476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860536" y="37947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'TECH-01'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705856" y="4005072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934456" y="4032504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precio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860536" y="40325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25000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Bucles de Lectura: foreach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Procesando colecciones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Recorriendo resultados de base de datos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Sándwich PHP/HTML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Renderizado en Servidor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ve cada uno?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Servidor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el archivo .php.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etiquetas &lt;?php ?&gt;.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 la lógica.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solo HTML puro.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sabe que existió PHP.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Renderiza el texto.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envía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Etiquetas de Salida e Inyección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Escribiendo en el HTML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Formas de mostrar datos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Superglobales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El origen de la verdad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Son arreglos asociativos creados por el servidor que contienen datos de la petición HTTP.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04672" y="3291840"/>
            <a:ext cx="9381744" cy="2889504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4198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4930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más importantes hoy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931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$_GET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visibles en la URL (Query Params).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931920"/>
            <a:ext cx="73152" cy="7223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$_POST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ocultos en el cuerpo (Formularios).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572768" y="5074920"/>
            <a:ext cx="73152" cy="7223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773936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$_SESSION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773936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persistentes del usuario en el servidor.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208776" y="5074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9944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$_SERVER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409944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técnica (IP, Browser, Ruta).</a:t>
            </a:r>
            <a:endParaRPr lang="en-US" sz="10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$_GET: La Verdad en la URL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Parámetros de consulta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GET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utiliza para 'pedir' o 'filtrar' información. Todo lo que esté después del signo '?' en la URL llega a este arreglo.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Ejemplo: perfil.php?id=42&amp;tema=oscuro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$_POST: La Verdad en el Body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Procesando formularios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POST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utiliza para 'enviar' o 'crear' información sensible. Los datos no son visibles en la URL y no tienen límite de tamaño estricto.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Ejemplo: Registro de usuario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Mapeo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Diagrama de Mapeo de Formulario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De HTML a PHP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560320"/>
            <a:ext cx="411480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688336"/>
            <a:ext cx="109728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67004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Lado del Cliente (HTML)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017520"/>
            <a:ext cx="376732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&lt;input name="user_id" value="5"&gt;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19472" y="3291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2027"/>
                </a:solidFill>
              </a:rPr>
              <a:t>→</a:t>
            </a:r>
            <a:endParaRPr lang="en-US" sz="3200" dirty="0"/>
          </a:p>
        </p:txBody>
      </p:sp>
      <p:sp>
        <p:nvSpPr>
          <p:cNvPr id="15" name="Shape 12"/>
          <p:cNvSpPr/>
          <p:nvPr/>
        </p:nvSpPr>
        <p:spPr>
          <a:xfrm>
            <a:off x="5833872" y="2560320"/>
            <a:ext cx="43525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25312" y="2688336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89904" y="2670048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Lado del Servidor (PHP)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089904" y="3017520"/>
            <a:ext cx="40050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$_POST['user_id'] // Vale 5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04672" y="5120640"/>
            <a:ext cx="9381744" cy="731520"/>
          </a:xfrm>
          <a:prstGeom prst="roundRect">
            <a:avLst>
              <a:gd name="adj" fmla="val 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5285232"/>
            <a:ext cx="8979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atributo 'name' en HTML es la llave del arreglo en PHP.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de Existencia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Evitando el error 500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saber si el dato llegó?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ISSET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isset()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Devuelve true si la variable existe y no es nula. Evita el 'Undefined index'.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COAL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Operador ??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Asigna un valor por defecto si no existe. $id = $_GET['id'] ?? 0;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EMPTY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empty()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 si el valor es 'falsy' (cero, string vacío, false).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Amnesia de Índices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Intentar leer $_POST['x'] si no se envió causa un error fatal.</a:t>
            </a:r>
            <a:endParaRPr lang="en-US" sz="10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Traductora de Sintaxis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el Contrato de Datos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Novato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reescritura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'Limpia este código PHP y hazlo más corto'.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validaciones necesarias.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 nombres de variables.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Pierde la conexión original.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de Traducción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Mapeo a Pseudocódigo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'Explica qué campos espera este script en $_POST y genera una clase Pydantic equivalente para entenderlo'.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Mapea el contrato real.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Documenta el sistema.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 la futura integración.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la IA para leer lo que no entiendes, no para ignorar el código legacy.</a:t>
            </a:r>
            <a:endParaRPr lang="en-US" sz="8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Práctica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Actividad Relámpago: Detecta los Inputs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Desafío de lectura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3657600"/>
          </a:xfrm>
          <a:prstGeom prst="roundRect">
            <a:avLst>
              <a:gd name="adj" fmla="val 1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datos necesita este script?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290779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4672" y="5797296"/>
            <a:ext cx="9381744" cy="548640"/>
          </a:xfrm>
          <a:prstGeom prst="roundRect">
            <a:avLst>
              <a:gd name="adj" fmla="val 666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5961888"/>
            <a:ext cx="8979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Identifica: 1. Un dato de URL | 2. Un dato de Formulario | 3. Un dato de Memoria.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Arquitectura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Evolución del Tipado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De lo Dinámico a lo Estricto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6217920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596188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5742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8.0+: Tipado Fuerte Nativo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5797296" cy="34015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260336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33488" y="2139696"/>
            <a:ext cx="100584" cy="39319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16368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Fin del Caos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16368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El tipado dinámico del legado causaba errores silenciosos.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PHP moderno permite definir contratos claros (como FastAPI).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Usamos IA para 'tipear' el código antiguo durante el mantenimiento.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símbolo distingue a las variables en PHP sin importar su tipo?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se diferencia el uso de $_GET frente al de $_POST en un CRUD?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atributo 'name' de HTML es vital para el servidor PHP?</a:t>
            </a:r>
            <a:endParaRPr lang="en-US" sz="156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del Idioma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PHP legacy no es aprender un lenguaje nuevo, es aprender a leer cómo fluye HTTP.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$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sin tipo obligatorio y arreglos asociativos.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vive dentro del HTML inyectando datos con echo.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Superglobales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verdad llega vía $_GET y $_POST.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Sesiones y Cookies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Sesiones, Cookies y el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del Usuario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el servidor construye una memoria persistente en un mundo sin estado.</a:t>
            </a:r>
            <a:endParaRPr lang="en-US" sz="15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Problema: HTTP Stateless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La amnesia del servidor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defecto, HTTP no tiene memoria. Cada petición es un 'extraño' para el servidor.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4590288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236976"/>
            <a:ext cx="100584" cy="20665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25526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1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60704" y="3529584"/>
            <a:ext cx="4261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User: 'Hola, soy Diego'.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Server: 'Ok, toma tu perfil'.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96128" y="3127248"/>
            <a:ext cx="4590288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0" y="3236976"/>
            <a:ext cx="100584" cy="20665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52160" y="325526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2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852160" y="3529584"/>
            <a:ext cx="4261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User: 'Dime mi saldo'.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Server: '¿Quién eres tú?'.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Solución: El Casillero del Servidor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session_start()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Mecánica de session_start()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archivo físico en el servidor (usualmente en /tmp) para este usuario.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Identificador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 un ID único y aleatorio de 32 caracteres (PHPSESSID).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COOKIE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09344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10512" y="446227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Envío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10512" y="4754880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inyecta automáticamente el ID en los headers de respuesta HTTP.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 de Oro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ejecutarse antes de enviar CUALQUIER texto al navegador.</a:t>
            </a:r>
            <a:endParaRPr lang="en-US" sz="10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Puente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Simbiosis: Sesión ↔ Cookie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El ticket de entrada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560320"/>
            <a:ext cx="411480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688336"/>
            <a:ext cx="109728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67004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 (Sesión)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017520"/>
            <a:ext cx="376732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los datos reales: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nombre: 'Diego'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rol: 'admin'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id: 102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19472" y="3291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027"/>
                </a:solidFill>
              </a:rPr>
              <a:t>🔗 PHPSESSID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833872" y="2560320"/>
            <a:ext cx="43525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25312" y="2688336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89904" y="2670048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 (Cookie)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089904" y="3017520"/>
            <a:ext cx="40050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solo el ID: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Value: 'abc123xyz...'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Domain: 'mi-app.com'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04672" y="5120640"/>
            <a:ext cx="9381744" cy="731520"/>
          </a:xfrm>
          <a:prstGeom prst="roundRect">
            <a:avLst>
              <a:gd name="adj" fmla="val 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5285232"/>
            <a:ext cx="8979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Cookie es el ticket; la Sesión es el casillero que abre ese ticket.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Anatomía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una Cookie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El Protocolo Crudo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993392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03120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176272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 HTTP: Set-Cookie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60320"/>
            <a:ext cx="8961120" cy="53035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4672" y="3493008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32688" y="36210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42416" y="36941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Desglose Técnico de Atributos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950976" y="4005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60704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060704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</a:t>
            </a:r>
            <a:endParaRPr lang="en-US" sz="780" dirty="0"/>
          </a:p>
        </p:txBody>
      </p:sp>
      <p:sp>
        <p:nvSpPr>
          <p:cNvPr id="20" name="Shape 16"/>
          <p:cNvSpPr/>
          <p:nvPr/>
        </p:nvSpPr>
        <p:spPr>
          <a:xfrm>
            <a:off x="1572768" y="4133088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773936" y="4151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Name/Value</a:t>
            </a:r>
            <a:endParaRPr lang="en-US" sz="1360" dirty="0"/>
          </a:p>
        </p:txBody>
      </p:sp>
      <p:sp>
        <p:nvSpPr>
          <p:cNvPr id="22" name="Text 18"/>
          <p:cNvSpPr/>
          <p:nvPr/>
        </p:nvSpPr>
        <p:spPr>
          <a:xfrm>
            <a:off x="1773936" y="4443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par clave-valor que identifica la sesión (PHPSESSID).</a:t>
            </a:r>
            <a:endParaRPr lang="en-US" sz="1060" dirty="0"/>
          </a:p>
        </p:txBody>
      </p:sp>
      <p:sp>
        <p:nvSpPr>
          <p:cNvPr id="23" name="Shape 19"/>
          <p:cNvSpPr/>
          <p:nvPr/>
        </p:nvSpPr>
        <p:spPr>
          <a:xfrm>
            <a:off x="5586984" y="4005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696712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96712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780" dirty="0"/>
          </a:p>
        </p:txBody>
      </p:sp>
      <p:sp>
        <p:nvSpPr>
          <p:cNvPr id="26" name="Shape 22"/>
          <p:cNvSpPr/>
          <p:nvPr/>
        </p:nvSpPr>
        <p:spPr>
          <a:xfrm>
            <a:off x="6208776" y="4133088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09944" y="4151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Expires</a:t>
            </a:r>
            <a:endParaRPr lang="en-US" sz="1360" dirty="0"/>
          </a:p>
        </p:txBody>
      </p:sp>
      <p:sp>
        <p:nvSpPr>
          <p:cNvPr id="28" name="Text 24"/>
          <p:cNvSpPr/>
          <p:nvPr/>
        </p:nvSpPr>
        <p:spPr>
          <a:xfrm>
            <a:off x="6409944" y="4443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Fecha exacta en que el navegador borrará la cookie automáticamente.</a:t>
            </a:r>
            <a:endParaRPr lang="en-US" sz="1060" dirty="0"/>
          </a:p>
        </p:txBody>
      </p:sp>
      <p:sp>
        <p:nvSpPr>
          <p:cNvPr id="29" name="Shape 25"/>
          <p:cNvSpPr/>
          <p:nvPr/>
        </p:nvSpPr>
        <p:spPr>
          <a:xfrm>
            <a:off x="950976" y="4983480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060704" y="5111496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060704" y="5157216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780" dirty="0"/>
          </a:p>
        </p:txBody>
      </p:sp>
      <p:sp>
        <p:nvSpPr>
          <p:cNvPr id="32" name="Shape 28"/>
          <p:cNvSpPr/>
          <p:nvPr/>
        </p:nvSpPr>
        <p:spPr>
          <a:xfrm>
            <a:off x="1572768" y="5111496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1773936" y="5129784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HttpOnly</a:t>
            </a:r>
            <a:endParaRPr lang="en-US" sz="1360" dirty="0"/>
          </a:p>
        </p:txBody>
      </p:sp>
      <p:sp>
        <p:nvSpPr>
          <p:cNvPr id="34" name="Text 30"/>
          <p:cNvSpPr/>
          <p:nvPr/>
        </p:nvSpPr>
        <p:spPr>
          <a:xfrm>
            <a:off x="1773936" y="542239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de Oro: impide que JavaScript lea la cookie, mitigando ataques XSS.</a:t>
            </a:r>
            <a:endParaRPr lang="en-US" sz="1060" dirty="0"/>
          </a:p>
        </p:txBody>
      </p:sp>
      <p:sp>
        <p:nvSpPr>
          <p:cNvPr id="35" name="Shape 31"/>
          <p:cNvSpPr/>
          <p:nvPr/>
        </p:nvSpPr>
        <p:spPr>
          <a:xfrm>
            <a:off x="5586984" y="4983480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696712" y="5111496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696712" y="5157216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780" dirty="0"/>
          </a:p>
        </p:txBody>
      </p:sp>
      <p:sp>
        <p:nvSpPr>
          <p:cNvPr id="38" name="Shape 34"/>
          <p:cNvSpPr/>
          <p:nvPr/>
        </p:nvSpPr>
        <p:spPr>
          <a:xfrm>
            <a:off x="6208776" y="5111496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9944" y="5129784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Secure</a:t>
            </a:r>
            <a:endParaRPr lang="en-US" sz="1360" dirty="0"/>
          </a:p>
        </p:txBody>
      </p:sp>
      <p:sp>
        <p:nvSpPr>
          <p:cNvPr id="40" name="Text 36"/>
          <p:cNvSpPr/>
          <p:nvPr/>
        </p:nvSpPr>
        <p:spPr>
          <a:xfrm>
            <a:off x="6409944" y="542239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Obliga a que la cookie solo viaje si la conexión es HTTPS (cifrada).</a:t>
            </a:r>
            <a:endParaRPr lang="en-US" sz="10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Sintaxis: Gestionando el Estado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El arreglo $_SESSION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y Escritura de Sesión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Puente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 Autenticación (Login)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El ciclo completo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petición a la persistencia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REQ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POST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usuario envía user/pass desde un formulario HTML.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VAL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consulta la DB y confirma que el usuario es real.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WRIT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Escritura en Sesión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es válido, guardamos sus datos en el arreglo $_SESSION.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REDI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0021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01384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Redirección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01384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Enviamos al usuario al dashboard usando header('Location: ...').</a:t>
            </a:r>
            <a:endParaRPr lang="en-US" sz="106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Protección de Rutas (Middleware Legacy)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Control de Acceso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importancia de la validación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legado, no hay sistema de roles automático. Debemos preguntar manualmente en cada página si el usuario tiene permiso.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auth_check.php (Fragmento)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Protocolo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ID de Sesión en Acción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Viaje en los Headers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HTTP Reales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 (Login)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Set-Cookie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-&gt; Browser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Set-Cookie: PHPSESSID=abc123...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el vínculo físico.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(Perfil)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Cookie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-&gt; Server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Cookie: PHPSESSID=abc123...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 el casillero.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↔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PHPSESSID</a:t>
            </a:r>
            <a:endParaRPr lang="en-US" sz="72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Seguridad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I: Secuestro de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Session Hijacking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proteger la Cookie?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usuario no puede ver su PHPSESSID.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Está visible en el inspector (Application -&gt; Cookies).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ID es imposible de adivinar.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robar vía XSS si no usas HttpOnly.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Robo de identidad técnica.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un atacante tiene tu PHPSESSID, es el dueño de tu sesión.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HTTPS.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Cifra el viaje del ID para que no sea capturado en la red.</a:t>
            </a:r>
            <a:endParaRPr lang="en-US" sz="104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II: Regeneración de ID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session_regenerate_id()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Cambiando la llave al entrar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práctica de ingeniería vital es cambiar el ID de sesión apenas el usuario se loguea. Esto invalida cualquier ID que un atacante haya intentado pre-establecer.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40480"/>
            <a:ext cx="9381744" cy="2340864"/>
          </a:xfrm>
          <a:prstGeom prst="roundRect">
            <a:avLst>
              <a:gd name="adj" fmla="val 156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9502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0233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Segura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407408"/>
            <a:ext cx="89611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Destrucción del Estado (Logout)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Quemando el casillero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Limpieza Total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UNSET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unset($_SESSION['x'])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una sola llave. El usuario sigue logueado pero sin ese dato.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$_SESSION = []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Limpia todas las variables pero mantiene el archivo de sesión.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BURN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session_destroy()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 el archivo físico del servidor. El usuario es olvidado.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EXPI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Expiración por inactividad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borra sesiones viejas automáticamente tras X minutos.</a:t>
            </a:r>
            <a:endParaRPr lang="en-US" sz="106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Auditora de Sesiones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Auditoría de Seguridad en Legado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Creación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foco en seguridad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 un script de login en PHP con sesiones'.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session_start básico.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regenera IDs.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Olvida validaciones de HttpOnly.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Auditoría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Crítico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este script de login legacy: identifica vulnerabilidades en el manejo de PHPSESSID y sugiere parches quirúrgicos'.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Detecta riesgos de Hijacking.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 mejoras de integridad.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la arquitectura original.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es tu consultor de seguridad, no solo un generador de código.</a:t>
            </a:r>
            <a:endParaRPr lang="en-US" sz="84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pasaría si ejecutamos código HTML antes del comando session_start()?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ID de sesión viaja en una Cookie y no en la URL por seguridad?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 es la diferencia técnica entre usar unset() y session_destroy()?</a:t>
            </a:r>
            <a:endParaRPr lang="en-US" sz="156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Memoria del Backend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sesiones son el pegamento técnico que convierte páginas aisladas en una Aplicación Web real.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session_start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Apertura del casillero privado en el servidor.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PHPSESSID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ticket físico que el navegador presenta en cada clic.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obligación de destruir y regenerar IDs por seguridad.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Mantenimiento Quirúrgico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Arte del Mantenimiento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Quirúrgico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Aplicando el Axioma de Integridad en escenarios reales de producción.</a:t>
            </a:r>
            <a:endParaRPr lang="en-US" sz="152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Anatomía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del 'Todo-en-Uno'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Descomposición del archivo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2029968"/>
            <a:ext cx="9381744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Estructura típica de un archivo legacy (editar_user.php)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24712" y="2423160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860536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Responsabilidad Técnica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96112" y="2633472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24712" y="2660904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Cabecera (L1-15)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860536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session_start() y Conexión a Base de Datos (mysqli).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96112" y="2871216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24712" y="2898648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Lógica POST (L16-45)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860536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if($_POST) -&gt; Captura datos y ejecuta el UPDATE SQL.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96112" y="3108960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24712" y="3136392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 (L46-55)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860536" y="31363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inicial para cargar los datos actuales en el form.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96112" y="3346704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24712" y="3374136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Vista (L56+)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860536" y="33741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Mezcla de HTML con PHP para mostrar los valores (echo).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Axioma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Estabilidad &gt; Elegancia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La prioridad del Ingeniero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no reescribir?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Riesgo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Reescritura Total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Introduce bugs en lógica vieja.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Incompatible con el resto del sitio.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Cuesta tiempo que el cliente no paga.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Valor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Cirugía Quirúrgica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sigue operando.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preciso y testeable.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la coherencia del autor.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Axioma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destruir</a:t>
            </a:r>
            <a:endParaRPr lang="en-US" sz="72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Misión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Escenario de Mantenimiento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Caso de Uso Real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Requerimiento del Cliente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aplicación de gestión de empleados tiene 8 años. El cliente necesita agregar el campo 'Teléfono de Emergencia' al formulario de edición de perfil hoy mismo. No hay presupuesto ni tiempo para migrar a FastAPI.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4041648"/>
            <a:ext cx="9381744" cy="2139696"/>
          </a:xfrm>
          <a:prstGeom prst="roundRect">
            <a:avLst>
              <a:gd name="adj" fmla="val 17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416966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24281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Operación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50976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572768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773936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Mapear</a:t>
            </a:r>
            <a:endParaRPr lang="en-US" sz="1360" dirty="0"/>
          </a:p>
        </p:txBody>
      </p:sp>
      <p:sp>
        <p:nvSpPr>
          <p:cNvPr id="22" name="Text 19"/>
          <p:cNvSpPr/>
          <p:nvPr/>
        </p:nvSpPr>
        <p:spPr>
          <a:xfrm>
            <a:off x="1773936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Localizar variables.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4041648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51376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51376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4663440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64608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Inyectar</a:t>
            </a:r>
            <a:endParaRPr lang="en-US" sz="1360" dirty="0"/>
          </a:p>
        </p:txBody>
      </p:sp>
      <p:sp>
        <p:nvSpPr>
          <p:cNvPr id="28" name="Text 25"/>
          <p:cNvSpPr/>
          <p:nvPr/>
        </p:nvSpPr>
        <p:spPr>
          <a:xfrm>
            <a:off x="4864608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y HTML nuevo.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7132320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42048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242048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7754112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0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7955280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Smoke test.</a:t>
            </a:r>
            <a:endParaRPr lang="en-US" sz="106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Cirugía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Fase 1: Mapeo de la Entrada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Capturando el nuevo dato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Localización del bloque $_POST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Cirugía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Fase 2: Mapeo de la Persistencia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Inyectando en el SQL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Modificación de la Query UPDATE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Cirugía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Fase 3: Mapeo de la Vista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Inyectando en el HTML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Formulario HTML Mezclado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Peligro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Peligro: El Infierno de las Comillas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Errores de sintaxis fatales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Concatenación y SQL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SET f='$var' (comilla simple)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$var tiene una comilla (o'connor), el SQL se rompe.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mysqli_real_escape_string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Limpia los datos antes de inyectarlos al SQL. Vital en legado.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Confundir puntos y comas.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PHP el punto une strings. Un punto mal puesto detiene el servidor.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por IA.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el agente para que 'lea' si tus comillas están balanceadas.</a:t>
            </a:r>
            <a:endParaRPr lang="en-US" sz="104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Consultora Quirúrgica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de Mantenimiento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Novato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reescritura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'Limpia este archivo editar.php para que sea mejor y más moderno'.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dependencias del sitio.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 la conexión a la DB.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Inutiliza el sistema.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Quirúrgico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Intervención Focalizada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'Tengo este archivo editar.php. Solo quiero añadir el campo telefono. Genera el snippet para el POST, el SQL y el HTML respetando las variables actuales'.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la integridad.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mínimo y seguro.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Fácil de auditar.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busques elegancia en el legado; busca precisión y continuidad.</a:t>
            </a:r>
            <a:endParaRPr lang="en-US" sz="84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Validación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Protocolo Smoke Test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La prueba de fuego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de verificación post-operación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 de Página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página abre sin errores 500 o 'White Screen of Death'?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 Real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¿Si guardas el teléfono nuevo, aparece al refrescar la página?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de Sesión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¿Sigues logueado tras guardar o la sesión se cerró por error?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XSS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Básica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 si guardas un &lt;script&gt; en el nuevo campo?</a:t>
            </a:r>
            <a:endParaRPr lang="en-US" sz="10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vital respetar el estilo del autor original en una cirugía de software?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etapa del mantenimiento quirúrgico es más útil la ayuda de un agente de IA?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buscamos confirmar al realizar un 'Smoke Test' tras una intervención?</a:t>
            </a:r>
            <a:endParaRPr lang="en-US" sz="156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Síntesis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Abstracción al Barro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Síntesis Semanal · El Ingeniero Versátil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verdadero senior navega entre la elegancia de FastAPI y la cruda realidad del PHP Legacy.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Pasado (Hoy)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puro, sesiones nativas y archivos mezclados.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Presente (Ayer)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APIs REST, Pydantic y tipado estricto en Python.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Futuro (Mañana)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MVC para poner orden al caos.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Resumen Final de la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4 Pilares del Mantenimiento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aprendimos hoy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Legado como Activo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código antiguo paga sueldos; se respeta y se diagnostica.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Técnica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Sintaxis PHP y Superglobales ($ _GET, $ _POST) como base HTTP.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Persistente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Gestión de sesiones y cookies para recordar la identidad.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Cirugía de Software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Intervenciones mínimas, precisas y seguras (Axioma de Integridad).</a:t>
            </a:r>
            <a:endParaRPr lang="en-US" sz="106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Próxima Clase: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MVC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04672" y="3310128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Aprenderemos a poner orden al caos legacy separando definitivamente la lógica de la vista.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804672" y="532180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48640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Nos vemos el miércoles 22 de abril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Lectura e Integración con Código Legado</dc:title>
  <dc:subject>Clase 16</dc:subject>
  <dc:creator>Diego Obando</dc:creator>
  <cp:lastModifiedBy>Diego Obando</cp:lastModifiedBy>
  <cp:revision>1</cp:revision>
  <dcterms:created xsi:type="dcterms:W3CDTF">2026-04-19T19:57:10Z</dcterms:created>
  <dcterms:modified xsi:type="dcterms:W3CDTF">2026-04-19T19:57:10Z</dcterms:modified>
</cp:coreProperties>
</file>