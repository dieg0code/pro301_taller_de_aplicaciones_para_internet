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MVC 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 de Responsabilidades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06 · Clase 02: Del caos del archivo único al orden de las capas.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Ingeniero como Arquitecto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allá de 'hacer que funcione'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5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senior no solo escribe código; diseña las estructuras donde ese código puede vivir y crecer sin romperse.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4672" y="376732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89534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96849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Evolución del Profesional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27939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JR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407408"/>
            <a:ext cx="73152" cy="126187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Funcionalidad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71830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meta es que el requerimiento se cumpla (aunque sea espagueti).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041648" y="427939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51376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51376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SSR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663440" y="4407408"/>
            <a:ext cx="73152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Mantenibilidad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4864608" y="471830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código limpio para que otros (o él mismo) puedan leerlo.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7132320" y="427939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42048" y="440740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45312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754112" y="4407408"/>
            <a:ext cx="73152" cy="1261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0" y="44256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7955280" y="471830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sistemas de capas que protegen el valor del negocio.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misión para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lograremos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Dominar el Patrón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quién hace qué en Modelo, Vista y Controlador.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Refactorizar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operativamente la lógica del HTML en código real.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Abstraer Datos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Repositorios para un backend agnóstico.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Agentic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agentes para auditoría y refactorización estructural.</a:t>
            </a:r>
            <a:endParaRPr lang="en-US" sz="10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Aprendizaje: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Bloques de Construcción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401568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Caos al Orden (MVC Conceptos).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8211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814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 y Presentador (Ctrl + Vista).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5955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1558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Dueño de la Verdad (Repositorios).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3699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9302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Refactorización IA y Validación.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Axioma de Integridad Técnica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de oro del mantenedor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sistemas de misión crítica, la estabilidad es el activo más valioso. Un ingeniero profesional no borra: comprende, protege e interviene con precisión.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molestarse en Refactorizar?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costo de no hacer nada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impacto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'Si funciona, no lo toques'.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cambios en código sucio toma 10x más tiempo.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'Refactorizar es peligroso'.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peligroso es no entender cómo funciona el sistema.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'Yo entiendo mi propio código'.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es para que el equipo trabaje en paralelo.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'Esta app nunca crecerá'.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sistema exitoso crece hasta volverse inmanejable.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Visualizando la Deuda Técnica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interés a la bancarrota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Deuda Técnica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Deuda 'Barata'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Inicial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limpio.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Fácil de extender.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Interés bajo por cambio.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Deuda 'Cara'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Spaghetti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oculto.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Imposible de testear.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cambio rompe algo.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Transición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Primer Paso del Rescate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Hacia una estructura profesional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rescatar el legado, primero debemos aprender a ver las capas invisibles dentro del caos.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Caos al Orden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(Patrón MVC)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Entendiendo las 'paredes' que protegen nuestro código.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 de Responsabilidades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SoC: Separation of Concerns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Piedra Angular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debe estar dividido en secciones, donde cada una aborda una responsabilidad distinta. Si cambias el color de un botón, no deberías tener que tocar el SQL.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9867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0599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3 Pilares del SoC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50976" y="437083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0704" y="44988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5445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572768" y="4498848"/>
            <a:ext cx="73152" cy="1261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73936" y="45171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 de Negocio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773936" y="480974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calculan los datos.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4041648" y="437083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51376" y="44988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51376" y="45445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663440" y="4498848"/>
            <a:ext cx="73152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45171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4864608" y="480974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muestran los datos.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7132320" y="4370832"/>
            <a:ext cx="2907792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42048" y="44988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42048" y="45445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7754112" y="4498848"/>
            <a:ext cx="73152" cy="1261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0" y="45171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7955280" y="4809744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viven los datos.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Analogía del Restaurante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Visualizando MVC en el mundo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26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Imagina entrar a un restaurante donde el mismo tipo que te toma el pedido, corre a la cocina a pelear con las ollas y luego sale a pintar el menú.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4672" y="3657600"/>
            <a:ext cx="9381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¡Eso es el código Legacy Spaghetti!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Mesero: El Controlador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Director de Orquesta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del Controlador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Restaurante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Mesero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al cliente.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 el pedido (Request).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cocina y platos.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Código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el HTTP Request.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 al Modelo.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los datos a la Vista.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Chef: El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Dueño de la Verdad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del Modelo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Restaurante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/ Cocina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Conoce las recetas.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Maneja los ingredientes.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habla con el cliente.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Código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Repository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Conoce la Base de Datos.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reglas de negocio.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genera HTML.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Plato: La Vista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Presentador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de la Vista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Restaurante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Plato Servido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lo que el cliente ve.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interfaz final.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 cómo se cocinó.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Código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HTML / CSS.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las variables.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consultas SQL.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de una Petición MVC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coordinado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Petición HTTP (ej. /perfil.php)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13639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64408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55848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0215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0215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3886200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CONTROLADOR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3502152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Recibe, valida y pide datos al Modelo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5449824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15584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199632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5815584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DB y devuelve datos 'crudos'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776325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91272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82712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2901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2901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8513064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</a:t>
            </a:r>
            <a:endParaRPr lang="en-US" sz="1420" dirty="0"/>
          </a:p>
        </p:txBody>
      </p:sp>
      <p:sp>
        <p:nvSpPr>
          <p:cNvPr id="39" name="Text 36"/>
          <p:cNvSpPr/>
          <p:nvPr/>
        </p:nvSpPr>
        <p:spPr>
          <a:xfrm>
            <a:off x="8129016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datos y renderiza el HTML final</a:t>
            </a:r>
            <a:endParaRPr lang="en-US" sz="10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Caos (Legacy)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Visualizando el archivo único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editar_user.php (Todo mezclado)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Meta: Estructura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por carpetas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de Archivos MVC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controladores/user.php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lógica de ruteo y coordinación.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vistas/user_edit.php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HTML con impresiones mínimas (echo).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modelos/UserRepository.php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clases y funciones SQL.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config/db.php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Aislamiento de la conexión técnica.</a:t>
            </a:r>
            <a:endParaRPr lang="en-US" sz="10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Comparativa: Legacy vs. MVC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Resumen táctico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cambio?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 único fácil de encontrar.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Imposible de testear sin romper todo el sitio.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archivos marean.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archivo tiene UNA sola responsabilidad clara.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en todos lados.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tabla cambia, debes editar 50 archivos.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Abstracción Repository.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DB cambia, solo editas un archivo (el Repo).</a:t>
            </a:r>
            <a:endParaRPr lang="en-US" sz="10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IA: Mapeando Capas Invisibles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Huella Metodológica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como Analista de Arquitectura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Error de Reescritura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Perder lógica de negocio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'Reescribe este archivo en MVC'.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 validaciones ocultas.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nombres de variables de sesión.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Inutiliza el sistema.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Enfoque de Análisis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Responsabilidades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'Analiza este PHP: lista qué líneas pertenecen a la Vista (HTML), cuáles al Controlador (Ruteo) y cuáles al Modelo (SQL)'.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 el mapa mental del sistema.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toca el código funcional.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la cirugía segura.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es tu microscopio para ver las capas donde el autor original puso caos.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 para Arquitectura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Spec-Driven Development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Especificación Arquitectónica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el riesgo de tener SQL, Lógica y HTML en un mismo archivo físico?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analogía del restaurante, ¿por qué el mesero no debería cocinar?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una Vista deba ser 'tonta' en una arquitectura profesional?</a:t>
            </a:r>
            <a:endParaRPr lang="en-US" sz="15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Caos al Orden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MVC no es una regla burocrática, es la herramienta de rescate para sistemas que necesitan sobrevivir al tiempo.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responsabilidades protege la integridad.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(Datos), Vista (Interfaz), Controlador (Flujo).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agentes para mapear, no para borrar ciegamente.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El Director y el Presentador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Director y el Presentador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(Controlador y Vista)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separación física: El fin de los archivos mezclados.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del Controlador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cerebro de la transacción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SÍ debe hacer un Controlador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Identidad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session_start() y si el usuario tiene permiso.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Capturar Inputs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Limpiar y organizar lo que viene en $_GET o $_POST.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Delegar Trabajo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Pedirle datos al Modelo/Repo. Él no hace el SQL.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 la Vista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el HTML correcto según el resultado.</a:t>
            </a:r>
            <a:endParaRPr lang="en-US" sz="10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Pureza del Controlador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pecado de la Vista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de Código Sucio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echo '&lt;h1&gt;' . $msg . '&lt;/h1&gt;';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hay HTML en el controlador, la arquitectura está rota.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mysqli_query($conn, '...');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controlador no debe conocer las tablas de la BD.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$user = $repo-&gt;find(5);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limpia: el controlador solo pide resultados.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include('view.php');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ruteador decide qué archivo mostrar al final.</a:t>
            </a:r>
            <a:endParaRPr lang="en-US" sz="10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Vista 'Tonta' (Dumb View)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Filosofía de Interfaz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5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Vista profesional es como un actor que solo lee un guion: no pregunta por qué, no busca información; solo dice lo que le pasaron.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85876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una Vista Sana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169664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297680"/>
            <a:ext cx="7315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SQL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0857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verás un 'SELECT' dentro de una vista.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586984" y="4169664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96712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96712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208776" y="4297680"/>
            <a:ext cx="7315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9944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Flow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6409944" y="460857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 'header(Location)' ni decide ruteo.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950976" y="5120640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0704" y="52486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52943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572768" y="5248656"/>
            <a:ext cx="7315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73936" y="526694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Echo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1773936" y="555955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&lt;?= $var ?&gt; para inyectar datos masticados.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5586984" y="5120640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96712" y="52486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96712" y="52943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6208776" y="5248656"/>
            <a:ext cx="7315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9944" y="526694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Loops de UI</a:t>
            </a:r>
            <a:endParaRPr lang="en-US" sz="1360" dirty="0"/>
          </a:p>
        </p:txBody>
      </p:sp>
      <p:sp>
        <p:nvSpPr>
          <p:cNvPr id="38" name="Text 35"/>
          <p:cNvSpPr/>
          <p:nvPr/>
        </p:nvSpPr>
        <p:spPr>
          <a:xfrm>
            <a:off x="6409944" y="555955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foreach solo para recorrer listas de datos.</a:t>
            </a:r>
            <a:endParaRPr lang="en-US" sz="10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Cirugía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1: Identificar la Frontera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Buscando el punto de corte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original (editar.php)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Cirugía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2: Extracción de la Vista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Creando el archivo 'ojo'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vistas/perfil_view.php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Cirugía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3: El Puente del Include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Controlador limpio y coordinado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controladores/perfil.php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Orden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Organización por Carpetas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Geometría del Proyecto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Directorios Senior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/controllers/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perfil.php, login.php, edit_user.php.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/views/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perfil_view.php, layout.php, footer.php.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/models/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UserRepository.php, OrderRepository.php.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/config/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database.php, settings.php.</a:t>
            </a:r>
            <a:endParaRPr lang="en-US" sz="10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Actividad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 Mental: ¿Dónde va esto?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Entrenando el ojo arquitectónico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el código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contraseña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¿Controlador o Vista?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Dibujar un modal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¿Controlador o Vista?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Redirigir al Login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¿Controlador o Vista?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??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Formatear un precio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¿Controlador o Vista?</a:t>
            </a:r>
            <a:endParaRPr lang="en-US" sz="10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como Instrumento Quirúrgico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Huella Metodológica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Separando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Prompt 'Mágico'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control técnico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'Separa este archivo PHP en dos archivos diferentes'.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Rompe rutas de include.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 variables globales.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Pierde el session_start().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Prompt Quirúrgico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Controlando el ruteo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'Analiza este legacy. Extrae el HTML a vistas/edit_view.php. Genera el controlador edit.php que incluya la vista al final, asegurando que $user esté disponible en el scope'.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el contrato de datos.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la coherencia de rutas.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validación rápida.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defines dónde cortar; el agente hace el trabajo pesado de movimiento de código.</a:t>
            </a:r>
            <a:endParaRPr lang="en-US" sz="8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señal de código te indica que un Controlador está 'sucio'?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peligroso poner una redirección header() dentro de una Vista?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comunican el Controlador y la Vista en esta nueva arquitectura?</a:t>
            </a:r>
            <a:endParaRPr lang="en-US" sz="15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Director y el Presentador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la lógica del ruteo de la visualización es el primer gran paso para profesionalizar un sistema legacy.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gestiona el flujo y los datos.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imprime HTML (es tonta).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Cirugía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la frontera natural PHP/HTML para cortar.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El Dueño de la Verdad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Dueño de la Verdad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(Modelos y Repositorios)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Aislando la persistencia y blindando el acceso a datos.</a:t>
            </a:r>
            <a:endParaRPr lang="en-US" sz="15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Abstracción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no es una Tabla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Representación de Negocio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Capas de Abstracción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Físico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(users).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(varchar, int).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 FK.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Dominio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Lógico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 Usuario.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Reglas: 'Debe tener email'.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Operación: 'Actualizar Telefono'.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-&gt;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</a:t>
            </a:r>
            <a:endParaRPr lang="en-US" sz="7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Repository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estándar de oro Senior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207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 Repositorio?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 como una colección de objetos en memoria. El Controlador dice 'Dame el usuario 5', y no le importa si viene de MySQL, un JSON o una API externa.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675888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8039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8770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Ventajas Competitivas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50976" y="4187952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0704" y="43159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3616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572768" y="4315968"/>
            <a:ext cx="73152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73936" y="433425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Testeabilidad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773936" y="462686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simular datos sin tocar la base de datos real.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5586984" y="4187952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96712" y="43159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96712" y="43616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208776" y="4315968"/>
            <a:ext cx="73152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9944" y="433425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Portabilidad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6409944" y="462686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cambias de MySQL a PostgreSQL, solo editas el Repo.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950976" y="5138928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0704" y="52669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0704" y="53126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572768" y="5266944"/>
            <a:ext cx="7315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773936" y="528523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Central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1773936" y="557784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punto para sanitizar todas las queries.</a:t>
            </a:r>
            <a:endParaRPr lang="en-US" sz="1060" dirty="0"/>
          </a:p>
        </p:txBody>
      </p:sp>
      <p:sp>
        <p:nvSpPr>
          <p:cNvPr id="35" name="Shape 32"/>
          <p:cNvSpPr/>
          <p:nvPr/>
        </p:nvSpPr>
        <p:spPr>
          <a:xfrm>
            <a:off x="5586984" y="5138928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96712" y="52669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96712" y="53126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6208776" y="5266944"/>
            <a:ext cx="7315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9944" y="528523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Reutilización</a:t>
            </a:r>
            <a:endParaRPr lang="en-US" sz="1360" dirty="0"/>
          </a:p>
        </p:txBody>
      </p:sp>
      <p:sp>
        <p:nvSpPr>
          <p:cNvPr id="40" name="Text 37"/>
          <p:cNvSpPr/>
          <p:nvPr/>
        </p:nvSpPr>
        <p:spPr>
          <a:xfrm>
            <a:off x="6409944" y="557784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repetir el mismo SQL en 10 archivos distintos.</a:t>
            </a:r>
            <a:endParaRPr lang="en-US" sz="10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Ofensivo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Explotación SQLi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ataque por bypass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11274552" cy="1920240"/>
          </a:xfrm>
          <a:prstGeom prst="roundRect">
            <a:avLst>
              <a:gd name="adj" fmla="val 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 en Legacy (Concatenación)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10853928" cy="11704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4114800"/>
            <a:ext cx="11274552" cy="2011680"/>
          </a:xfrm>
          <a:prstGeom prst="roundRect">
            <a:avLst>
              <a:gd name="adj" fmla="val 181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6112" y="4242816"/>
            <a:ext cx="109728" cy="17556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422452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del Exploit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60704" y="4572000"/>
            <a:ext cx="10927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atacante inyecta 'OR 1=1 --' para que la condición sea siempre verdadera. Resultado: Acceso a TODOS los usuarios del sistema sin credenciales.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Defensivo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Defensa Quirúrgica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Blindaje en el Repositorio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en UserRepository.php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UserRepository.php (Estructura)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Implementación Profesional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y Constructor (Inyección de Dependencias)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UserRepository.php (Persistencia)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Guardado Seguro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 de actualización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Comparativa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Contraste: PHP Legacy vs. FastAPI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Espejo de la Industria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PHP Legacy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Directo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mysqli_query strings.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Sanitización manual.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de arrays asociativos.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(Python)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ORM / Type Safe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Pydantic.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/ Tortoise.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automática de tipos.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</a:t>
            </a:r>
            <a:endParaRPr lang="en-US" sz="7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Moderno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 Eloquent: La Meta Moderna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estándar de PHP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Eloquent ORM (Active Record)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Mesa Redonda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Universal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· Laravel · Express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importa el lenguaje: todos los sistemas profesionales separan el ruteo (Controlador) de los datos (Repositorio/Servicio).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-&gt; Service -&gt; DB (Python).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-&gt; Eloquent -&gt; DB (PHP).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-&gt; Controller -&gt; Repo (Node).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IA: Generando Capas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Huella Metodológica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como Creadora de Repos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Débil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suelto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'Dame una función PHP para buscar usuarios'.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 clases profesionales.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'global $conn' (mala práctica).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manejo de errores.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Dominio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Repository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'Tengo esta tabla SQL 'users'. Genera una clase UserRepository en PHP que use inyección de dependencias para $conn y tenga métodos para findById y updatePhone con sanitización'.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código arquitectónico.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principios SOLID.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Fomenta la seguridad por diseño.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construye la estructura; tú validas que el contrato de datos sea correcto.</a:t>
            </a:r>
            <a:endParaRPr lang="en-US" sz="8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Calidad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Salud del Repo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Auditoría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tu Repositorio tiene esto, está MAL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Contiene 'echo'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repo nunca debe imprimir nada al navegador.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 'global'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recibir la conexión por constructor (Inyección).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Devuelve resource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devolver arrays u objetos, no resultados de mysqli.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 Sesión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de sesión es del Controlador, no del Repo.</a:t>
            </a:r>
            <a:endParaRPr lang="en-US" sz="10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Repositorio es el lugar ideal para centralizar la ciberdefensa SQLi?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un sistema sea 'agnóstico' a la base de datos?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la principal diferencia entre Eloquent (Laravel) y nuestro UserRepository manual?</a:t>
            </a:r>
            <a:endParaRPr lang="en-US" sz="156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Dueño de la Verdad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Repositorio bien diseñado es el escudo que protege los datos del negocio del caos del mundo exterior.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Abstracción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la lógica del motor de persistencia físico.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contra SQL Injection mediante sanitización quirúrgica.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patrón se aplica en Laravel, FastAPI y Express.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Refactorización con IA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Refactorización Asistida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Validación Humana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Ejecutando la cirugía arquitectónica con supervisión de IA.</a:t>
            </a:r>
            <a:endParaRPr lang="en-US" sz="152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Prompt Arquitectónico (Spec-Driven)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Instrucciones de Alto Nivel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Especificación para la IA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Validación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Auditoría Post-Refactor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Qué revisar tras la cirugía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Críticos de Falla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de Archivos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¿Los 'require' apuntan a las nuevas carpetas /models y /views?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de Variables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Vista recibe la variable $user o quedó vacía?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 Sesión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session_start() sigue al inicio del Controlador?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Inyección DB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¿Pasamos el objeto $conn al constructor del Repositorio?</a:t>
            </a:r>
            <a:endParaRPr lang="en-US" sz="10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Seguridad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Auditoría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IA como Pentester Arquitectónico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como Auditora de Seguridad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Genérico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Superficial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'¿Mi nueva arquitectura es segura?'.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Dará consejos de manual.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analiza el flujo de datos.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 el contexto real.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Pentesting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Fuga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'Analiza el flujo entre mi nuevo Controlador y el Repositorio: ¿Existe alguna posibilidad de que un parámetro de URL llegue sin casting al SQL? Revisa la inyección de dependencias'.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 vulnerabilidades lógicas.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el blindaje del Repo.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Garantiza seguridad por diseño.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audita la estructura que ella misma ayudó a crear.</a:t>
            </a:r>
            <a:endParaRPr lang="en-US" sz="8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Destino: Frameworks Modernos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¿Hacia dónde vamos?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5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Separamos capas hoy para poder migrar a estos entornos mañana. Así se ve la arquitectura MVC en la industria actual.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85876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Líderes de Mercado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169664"/>
            <a:ext cx="4453128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297680"/>
            <a:ext cx="73152" cy="14813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(Python 3.12)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08576"/>
            <a:ext cx="3502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extrema, ruteo por decoradores y tipado estricto.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586984" y="4169664"/>
            <a:ext cx="4453128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96712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96712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208776" y="4297680"/>
            <a:ext cx="73152" cy="14813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9944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 (PHP 8.3+)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6409944" y="4608576"/>
            <a:ext cx="3502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estándar de oro para aplicaciones web robustas y elegantes.</a:t>
            </a:r>
            <a:endParaRPr lang="en-US" sz="10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FastAPI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FastAPI: El Controlador Moderno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Python 3.12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Ruteo con Decoradores (main.py)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FastAPI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FastAPI: El Modelo (Schema)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Integridad con Pydantic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Automática de Datos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FastAPI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FastAPI: Repositorio e Inyección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Desacoplamiento total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de Dependencias Nativa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Laravel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Laravel: Controlador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PHP Moderno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UserController.php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Laravel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Laravel: El Modelo Inteligente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Eloquent ORM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Abstracción Total de SQL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Laravel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Laravel: La Vista (Blade)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fin del 'spaghetti'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11274552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139696"/>
            <a:ext cx="11018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2212848"/>
            <a:ext cx="10799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profile.blade.php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" y="2596896"/>
            <a:ext cx="1085392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Industria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Comparativa: El Patrón es Universal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MVC en la vida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de Responsabilidades por Capa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Controlador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Legacy: editar.php (top) | FastAPI: @app.get() | Laravel: UserController.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Legacy: mysqli strings | FastAPI: Pydantic/SQLAlchemy | Laravel: Eloquent ORM.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Legacy: echo &lt;html&gt; | FastAPI: JSON Response (API) | Laravel: Blade Templates.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Ruteo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Legacy: Archivos físicos | FastAPI: Decoradores | Laravel: routes/web.php.</a:t>
            </a:r>
            <a:endParaRPr lang="en-US" sz="106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IA: Traduciendo el Pasado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Migración Asistida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para Modernización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Migración Ciega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entender el framework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'Pasa este PHP a Python'.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no idiomático.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 las ventajas de FastAPI.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deficiente.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Migración Arquitectónica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FastAPI 3.12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'Analiza este legacy. Genera un esquema Pydantic para los datos y un Router de FastAPI que delegue la persistencia en un Repositorio inyectado'.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mejores prácticas.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Type-Safe.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lista para escalar.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es tu traductor arquitectónico entre eras tecnológicas.</a:t>
            </a:r>
            <a:endParaRPr lang="en-US" sz="8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por Defecto (Secure by Default)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ventaja de los Frameworks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Automatizado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Prepared Statements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ORM como Eloquent impiden la inyección por diseño.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XSS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Auto-Escaping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Blade escapa automáticamente las variables {{ $var }}.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CSRF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de Sesión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nativo para validar el origen de cada POST.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Validation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rechaza datos que no cumplan con el Schema.</a:t>
            </a:r>
            <a:endParaRPr lang="en-US" sz="10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Estabilidad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Protocolo Smoke Test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prueba de estabilidad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controlador en el navegador. ¿Hay Error 500?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13639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64408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55848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0215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0215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3886200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3502152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si la sesión persiste tras el refactor.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5449824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15584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199632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5815584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 una actualización de datos real.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776325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91272" y="2596896"/>
            <a:ext cx="2148840" cy="3383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82712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2901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2901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8513064" y="272491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</a:t>
            </a:r>
            <a:endParaRPr lang="en-US" sz="1420" dirty="0"/>
          </a:p>
        </p:txBody>
      </p:sp>
      <p:sp>
        <p:nvSpPr>
          <p:cNvPr id="39" name="Text 36"/>
          <p:cNvSpPr/>
          <p:nvPr/>
        </p:nvSpPr>
        <p:spPr>
          <a:xfrm>
            <a:off x="8129016" y="3072384"/>
            <a:ext cx="180136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logs del servidor buscando advertencias PHP.</a:t>
            </a:r>
            <a:endParaRPr lang="en-US" sz="10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Metodología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Nuevo Rol del Ingeniero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Engineering en la práctica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5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2026, el ingeniero no es un digitador de código; es un supervisor de procesos inteligentes que garantiza la calidad y la seguridad.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85876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Responsabilidad Humana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169664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297680"/>
            <a:ext cx="7315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 la Spec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0857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decides las fronteras de la arquitectura.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586984" y="4169664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96712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96712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208776" y="4297680"/>
            <a:ext cx="73152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9944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Output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6409944" y="460857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eres el último filtro antes de producción.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950976" y="5120640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0704" y="52486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52943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572768" y="5248656"/>
            <a:ext cx="73152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73936" y="526694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Cyber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1773936" y="555955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propone, tú garantizas que sea inexpugnable.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5586984" y="5120640"/>
            <a:ext cx="4453128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96712" y="52486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96712" y="52943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6208776" y="5248656"/>
            <a:ext cx="73152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9944" y="526694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Continuidad</a:t>
            </a:r>
            <a:endParaRPr lang="en-US" sz="1360" dirty="0"/>
          </a:p>
        </p:txBody>
      </p:sp>
      <p:sp>
        <p:nvSpPr>
          <p:cNvPr id="38" name="Text 35"/>
          <p:cNvSpPr/>
          <p:nvPr/>
        </p:nvSpPr>
        <p:spPr>
          <a:xfrm>
            <a:off x="6409944" y="555955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Asegurar que el negocio no se detenga.</a:t>
            </a:r>
            <a:endParaRPr lang="en-US" sz="106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error común comete la IA al separar un archivo único en capas?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Smoke Test es obligatorio tras una cirugía de software?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cambia tu trabajo diario al usar Agentes como analistas de arquitectura?</a:t>
            </a:r>
            <a:endParaRPr lang="en-US" sz="156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Refactorización Asistida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acelera la arquitectura; el criterio humano garantiza que esa arquitectura sea estable y segura.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especificaciones arquitectónicas, no deseos.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rutas, scopes y seguridad post-intervención.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Smoke Test para garantizar estabilidad.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Final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4 Pilares del Orden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aprendimos hoy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Capas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el ruteo (Ctrl), la UI (Vista) y los datos (Repo).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Repository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Blindar la base de datos y hacerla agnóstica al sistema.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Transversal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y defender contra SQLi desde el diseño.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Refactor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como socia analítica para la cirugía estructural.</a:t>
            </a:r>
            <a:endParaRPr lang="en-US" sz="10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Validando el aprendizaje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Reflexión Técnica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¿En qué capa pondrías un descuento?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Modelo/Servicio para centralizar la regla.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separar la Vista?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el equipo de UI trabaje sin riesgo de romper el PHP.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¿Mayor riesgo del Repo?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 la sanitización de inputs dinámicos.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¿Rol de la IA?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Analista de dependencias para cirugías seguras.</a:t>
            </a:r>
            <a:endParaRPr lang="en-US" sz="10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17 ·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Paso: Hacia la API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Mañana Miércoles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371600"/>
          </a:xfrm>
          <a:prstGeom prst="roundRect">
            <a:avLst>
              <a:gd name="adj" fmla="val 5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Mañana convertiremos estas capas lógicas en una API Interoperable, dejando atrás el renderizado de HTML puro.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85876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viene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50976" y="4169664"/>
            <a:ext cx="4453128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572768" y="4297680"/>
            <a:ext cx="73152" cy="14813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Protocolos de Datos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1773936" y="4608576"/>
            <a:ext cx="3502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Intercambio universal de información.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586984" y="4169664"/>
            <a:ext cx="4453128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96712" y="429768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96712" y="43434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208776" y="4297680"/>
            <a:ext cx="73152" cy="14813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9944" y="431596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REST</a:t>
            </a:r>
            <a:endParaRPr lang="en-US" sz="1360" dirty="0"/>
          </a:p>
        </p:txBody>
      </p:sp>
      <p:sp>
        <p:nvSpPr>
          <p:cNvPr id="26" name="Text 23"/>
          <p:cNvSpPr/>
          <p:nvPr/>
        </p:nvSpPr>
        <p:spPr>
          <a:xfrm>
            <a:off x="6409944" y="4608576"/>
            <a:ext cx="3502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Construyendo servicios modernos y escalables.</a:t>
            </a:r>
            <a:endParaRPr lang="en-US" sz="106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Mañana: De la Estructura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 Interoperabilidad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04672" y="33101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logramos separar las capas lógicas del sistema. Mañana convertiremos esos Repositorios en el corazón de una API REST profesional, permitiendo que cualquier sistema consuma nuestros datos de forma segura.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04672" y="532180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48640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vemos mañana miércoles 22 de abril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MVC y Separación de Responsabilidades</dc:title>
  <dc:subject>Clase 17</dc:subject>
  <dc:creator>Diego Obando</dc:creator>
  <cp:lastModifiedBy>Diego Obando</cp:lastModifiedBy>
  <cp:revision>1</cp:revision>
  <dcterms:created xsi:type="dcterms:W3CDTF">2026-04-19T21:57:44Z</dcterms:created>
  <dcterms:modified xsi:type="dcterms:W3CDTF">2026-04-19T21:57:44Z</dcterms:modified>
</cp:coreProperties>
</file>