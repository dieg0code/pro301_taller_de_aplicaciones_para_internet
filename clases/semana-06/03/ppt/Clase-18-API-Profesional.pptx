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"/>
            <a:ext cx="109728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4672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11910" y="1682496"/>
            <a:ext cx="307238" cy="81930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470355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2578608"/>
            <a:ext cx="93817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Construcción de APIs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Profesionales e Interoperabilidad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04672" y="4041648"/>
            <a:ext cx="9381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06 · Clase 18: El puente moderno con Python 3.12 y FastAPI.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796528" y="5321808"/>
            <a:ext cx="749808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1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Ruta de la Semana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la arqueología a la integración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de trabajo con agentes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2919984" cy="3383280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724912"/>
            <a:ext cx="91440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24912"/>
            <a:ext cx="310896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7063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60" dirty="0"/>
          </a:p>
        </p:txBody>
      </p:sp>
      <p:sp>
        <p:nvSpPr>
          <p:cNvPr id="17" name="Text 14"/>
          <p:cNvSpPr/>
          <p:nvPr/>
        </p:nvSpPr>
        <p:spPr>
          <a:xfrm>
            <a:off x="1572768" y="2724912"/>
            <a:ext cx="2170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LUNES</a:t>
            </a:r>
            <a:endParaRPr lang="en-US" sz="1420" dirty="0"/>
          </a:p>
        </p:txBody>
      </p:sp>
      <p:sp>
        <p:nvSpPr>
          <p:cNvPr id="18" name="Text 15"/>
          <p:cNvSpPr/>
          <p:nvPr/>
        </p:nvSpPr>
        <p:spPr>
          <a:xfrm>
            <a:off x="1188720" y="3072384"/>
            <a:ext cx="2572512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Arqueología Técnica: Entendiendo el caos funcional del legado.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3907536" y="4178808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35552" y="2596896"/>
            <a:ext cx="2919984" cy="3383280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26992" y="2724912"/>
            <a:ext cx="91440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73296" y="2724912"/>
            <a:ext cx="310896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73296" y="277063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60" dirty="0"/>
          </a:p>
        </p:txBody>
      </p:sp>
      <p:sp>
        <p:nvSpPr>
          <p:cNvPr id="24" name="Text 21"/>
          <p:cNvSpPr/>
          <p:nvPr/>
        </p:nvSpPr>
        <p:spPr>
          <a:xfrm>
            <a:off x="4657344" y="2724912"/>
            <a:ext cx="2170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MARTES</a:t>
            </a:r>
            <a:endParaRPr lang="en-US" sz="1420" dirty="0"/>
          </a:p>
        </p:txBody>
      </p:sp>
      <p:sp>
        <p:nvSpPr>
          <p:cNvPr id="25" name="Text 22"/>
          <p:cNvSpPr/>
          <p:nvPr/>
        </p:nvSpPr>
        <p:spPr>
          <a:xfrm>
            <a:off x="4273296" y="3072384"/>
            <a:ext cx="2572512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MVC: Ordenando las capas lógicas del sistema.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6992112" y="4178808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120128" y="2596896"/>
            <a:ext cx="2919984" cy="3383280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211568" y="2724912"/>
            <a:ext cx="91440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357872" y="2724912"/>
            <a:ext cx="310896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57872" y="277063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60" dirty="0"/>
          </a:p>
        </p:txBody>
      </p:sp>
      <p:sp>
        <p:nvSpPr>
          <p:cNvPr id="31" name="Text 28"/>
          <p:cNvSpPr/>
          <p:nvPr/>
        </p:nvSpPr>
        <p:spPr>
          <a:xfrm>
            <a:off x="7741920" y="2724912"/>
            <a:ext cx="2170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HOY</a:t>
            </a:r>
            <a:endParaRPr lang="en-US" sz="1420" dirty="0"/>
          </a:p>
        </p:txBody>
      </p:sp>
      <p:sp>
        <p:nvSpPr>
          <p:cNvPr id="32" name="Text 29"/>
          <p:cNvSpPr/>
          <p:nvPr/>
        </p:nvSpPr>
        <p:spPr>
          <a:xfrm>
            <a:off x="7357872" y="3072384"/>
            <a:ext cx="2572512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Interoperabilidad: Exponiendo servicios modernos con FastAPI.</a:t>
            </a:r>
            <a:endParaRPr lang="en-US" sz="10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Visión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FastAPI en 2026?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allá de la moda: Estándar de Industria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Ventajas Competitivas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2907792" cy="3383280"/>
          </a:xfrm>
          <a:prstGeom prst="roundRect">
            <a:avLst>
              <a:gd name="adj" fmla="val 12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Alto Rendimiento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195681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Basado en Starlette y Pydantic. Uno de los más rápidos en Python.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4041648" y="2542032"/>
            <a:ext cx="2907792" cy="3383280"/>
          </a:xfrm>
          <a:prstGeom prst="roundRect">
            <a:avLst>
              <a:gd name="adj" fmla="val 12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51376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51376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663440" y="2670048"/>
            <a:ext cx="73152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64608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Tipado Estricto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4864608" y="2980944"/>
            <a:ext cx="195681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Python 3.12 para eliminar errores de tipo en la frontera.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132320" y="2542032"/>
            <a:ext cx="2907792" cy="3383280"/>
          </a:xfrm>
          <a:prstGeom prst="roundRect">
            <a:avLst>
              <a:gd name="adj" fmla="val 12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242048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242048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7754112" y="2670048"/>
            <a:ext cx="73152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955280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Auto-OpenAPI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7955280" y="2980944"/>
            <a:ext cx="195681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documentación es un contrato vivo generado por el código.</a:t>
            </a:r>
            <a:endParaRPr lang="en-US" sz="10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Ingeniería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Axioma de Integridad Técnica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Envolviendo el pasado, protegiendo el futuro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32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borramos el legado; lo dignificamos envolviéndolo en una capa de seguridad y modernidad que permite la interoperabilidad.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Objetivos de la Sesión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Nuestra misión técnica hoy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lograremos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PYDN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Contratos de Datos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Dominar Pydantic y el tipado de Python 3.12 para validación.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CRUD Semántico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Implementar ruteo profesional con Status Codes correctos.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CYBR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Blindaje de APIs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Aplicar criterios de ciberseguridad en la entrada y salida.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SWGR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Documentación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Consumir y validar contratos mediante OpenAPI (Swagger).</a:t>
            </a:r>
            <a:endParaRPr lang="en-US" sz="10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Mapa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de Aprendizaje: Hoy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Bloques de Alta Densidad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3401568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070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Contrato y Pydantic.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18211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5526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3814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3814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y Status Codes.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55955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3270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1558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81558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 Cyber y Blindaje.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93699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1014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9302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9302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Integración y Swagger.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Importante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Hacia la Evaluación Parcial 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Lunes 27 de Abril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32004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2944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ADVERTENCIA DE INGENIERÍA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 lo construido hoy es la pieza final del examen. El lunes no evaluamos código suelto, evaluamos la arquitectura de integración completa:</a:t>
            </a:r>
            <a:endParaRPr lang="en-US" sz="1250" dirty="0"/>
          </a:p>
          <a:p>
            <a:pPr algn="l" indent="0" marL="0">
              <a:buNone/>
            </a:pP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LEGADO  ──▶  MVC (Repository)  ──▶  API (FastAPI)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097280" y="548640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Foco de Evaluación: Flujo de datos seguro e interoperabilidad real.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Contrato de Datos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2651760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Fundamentos de FastAPI 3.12 y Validación con Pydantic.</a:t>
            </a:r>
            <a:endParaRPr lang="en-US" sz="15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 de Paradigma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 'Ojalá' al 'Contrato'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manejamos la entrada?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servidor acepta cualquier $_POST y reza para que esté bien.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Bugs en producción y validaciones manuales infinitas.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servidor define un Contrato (Schema) antes de ejecutar nada.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Rechazo automático (422) si el dato no cumple el estándar.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Validar dentro de la lógica de negocio.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en la frontera del sistema (FastAPI Layer).</a:t>
            </a:r>
            <a:endParaRPr lang="en-US" sz="10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Pydantic: El Guardia de Seguridad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Analogía de Proceso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 en la Frontera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Legacy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 Interna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Entras al club.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49040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63340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794760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Llegas a la barra.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15137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26567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19709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barman te pide ID.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1261872" y="4553712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353312" y="4668012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499616" y="4599432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gastaste recursos.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FastAPI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 Externa</a:t>
            </a:r>
            <a:endParaRPr lang="en-US" sz="940" dirty="0"/>
          </a:p>
        </p:txBody>
      </p:sp>
      <p:sp>
        <p:nvSpPr>
          <p:cNvPr id="33" name="Shape 30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Pydantic pide ID en la puerta.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3749040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3863340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3794760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es falso, no entras.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665976" y="415137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57416" y="426567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903720" y="419709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servidor no gasta CPU.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665976" y="4553712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757416" y="4668012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903720" y="4599432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 lógica está a salvo.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9" name="Text 46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Eficiencia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3.12: Tipado Estricto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Nuestra primera defensa técnica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Sintaxis Moderna y Segura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 un Schema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Definiendo el contrato del recurso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BaseModel y Field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 Cyber: Type Confusion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Defensa por Diseño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5727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Blindaje de Parámetros de Ruta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declaramos un ID como 'int', FastAPI rechaza inyecciones de strings (como ' OR 1=1 --) en la capa de red. El atacante no llega a tocar la base de datos.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4041648"/>
            <a:ext cx="9381744" cy="2139696"/>
          </a:xfrm>
          <a:prstGeom prst="roundRect">
            <a:avLst>
              <a:gd name="adj" fmla="val 17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416966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24281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Cadena de Custodia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950976" y="4553712"/>
            <a:ext cx="290779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" y="46817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7274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572768" y="4681728"/>
            <a:ext cx="7315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773936" y="47000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Recibe</a:t>
            </a:r>
            <a:endParaRPr lang="en-US" sz="1360" dirty="0"/>
          </a:p>
        </p:txBody>
      </p:sp>
      <p:sp>
        <p:nvSpPr>
          <p:cNvPr id="22" name="Text 19"/>
          <p:cNvSpPr/>
          <p:nvPr/>
        </p:nvSpPr>
        <p:spPr>
          <a:xfrm>
            <a:off x="1773936" y="499262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Petición HTTP.</a:t>
            </a:r>
            <a:endParaRPr lang="en-US" sz="1060" dirty="0"/>
          </a:p>
        </p:txBody>
      </p:sp>
      <p:sp>
        <p:nvSpPr>
          <p:cNvPr id="23" name="Shape 20"/>
          <p:cNvSpPr/>
          <p:nvPr/>
        </p:nvSpPr>
        <p:spPr>
          <a:xfrm>
            <a:off x="4041648" y="4553712"/>
            <a:ext cx="290779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51376" y="46817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51376" y="47274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4663440" y="4681728"/>
            <a:ext cx="7315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64608" y="47000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Tipea</a:t>
            </a:r>
            <a:endParaRPr lang="en-US" sz="1360" dirty="0"/>
          </a:p>
        </p:txBody>
      </p:sp>
      <p:sp>
        <p:nvSpPr>
          <p:cNvPr id="28" name="Text 25"/>
          <p:cNvSpPr/>
          <p:nvPr/>
        </p:nvSpPr>
        <p:spPr>
          <a:xfrm>
            <a:off x="4864608" y="499262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 vs Schema.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7132320" y="4553712"/>
            <a:ext cx="290779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42048" y="46817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242048" y="47274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7754112" y="4681728"/>
            <a:ext cx="73152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0" y="47000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Ejecuta</a:t>
            </a:r>
            <a:endParaRPr lang="en-US" sz="1360" dirty="0"/>
          </a:p>
        </p:txBody>
      </p:sp>
      <p:sp>
        <p:nvSpPr>
          <p:cNvPr id="34" name="Text 31"/>
          <p:cNvSpPr/>
          <p:nvPr/>
        </p:nvSpPr>
        <p:spPr>
          <a:xfrm>
            <a:off x="7955280" y="499262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Lógica de Negocio.</a:t>
            </a:r>
            <a:endParaRPr lang="en-US" sz="10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 422: Unprocessable Entity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Anatomía de un rechazo exitoso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automática de FastAPI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Huella IA: Generación de Contratos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Metodología Agentic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Mapeando el Legado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Débil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contexto técnico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'Hazme un esquema para una tabla de usuarios'.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Esquema genérico.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Tipos de datos adivinados.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validaciones reales.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de Ingeniería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Basado en Especificación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'Analiza esta tabla SQL legacy (adjunta). Genera un esquema de Pydantic v2.7 usando tipado de Python 3.12 y validando rangos para los IDs'.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Extrae reglas reales.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Garantiza integridad.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Ahorra tiempo de mapeo.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propone el mapeo; tú validas la regla de negocio.</a:t>
            </a:r>
            <a:endParaRPr lang="en-US" sz="8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Mapa del Contrato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contrato de datos es la frontera infranqueable que protege nuestra lógica del caos exterior.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Tipado 3.12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Defensa cyber nativa en el lenguaje.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Pydantic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guardia que valida los esquemas en la puerta.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422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Comunicación clara de que el contrato falló.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CRUD y Status Codes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Semántica REST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2651760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Verbos HTTP y Códigos de Estado Profesionales.</a:t>
            </a:r>
            <a:endParaRPr lang="en-US" sz="15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Verbos son Intenciones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Mapeo de Acciones REST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Verbos HTTP vs. Acciones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(Read)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Obtener datos. Sin efectos secundarios. Seguro e Idempotente.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Creación (Create)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Generar un nuevo recurso. No es idempotente.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Reemplazo (Update)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Actualización total de un recurso. Idempotente.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8CFC4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8C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DELETE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45352" y="4443984"/>
            <a:ext cx="73152" cy="1353312"/>
          </a:xfrm>
          <a:prstGeom prst="rect">
            <a:avLst/>
          </a:prstGeom>
          <a:solidFill>
            <a:srgbClr val="D8CFC4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46520" y="4462272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Baja (Delete)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46520" y="4754880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Eliminación o desactivación lógica. Idempotente.</a:t>
            </a:r>
            <a:endParaRPr lang="en-US" sz="10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Archivos a Recursos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Evolución de la URL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nombramos las rutas?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/usuarios/editar_usuario.php?id=5 (Verbo en la URL)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Caos de nombres y dependencia del disco físico.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MODERNO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PUT /users/5 (Sustantivo + Verbo HTTP)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Semántica pura, desacoplada de la estructura de archivos.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URL es el 'Qué' (Recurso).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Verbo HTTP es el 'Cómo' (Acción).</a:t>
            </a:r>
            <a:endParaRPr lang="en-US" sz="10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Status Codes: El Semáforo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El Idioma Universal de la Web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Clasificación Profesional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2907792" cy="3383280"/>
          </a:xfrm>
          <a:prstGeom prst="roundRect">
            <a:avLst>
              <a:gd name="adj" fmla="val 12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2xx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ÉXITO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195681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200 (OK)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 (Created)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204 (No Content)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4041648" y="2542032"/>
            <a:ext cx="2907792" cy="3383280"/>
          </a:xfrm>
          <a:prstGeom prst="roundRect">
            <a:avLst>
              <a:gd name="adj" fmla="val 12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51376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51376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4xx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663440" y="2670048"/>
            <a:ext cx="73152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64608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CLIENTE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4864608" y="2980944"/>
            <a:ext cx="195681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400 (Bad Request)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404 (Not Found)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422 (Val. Error)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132320" y="2542032"/>
            <a:ext cx="2907792" cy="3383280"/>
          </a:xfrm>
          <a:prstGeom prst="roundRect">
            <a:avLst>
              <a:gd name="adj" fmla="val 12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242048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242048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5xx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7754112" y="2670048"/>
            <a:ext cx="73152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955280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SERVER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7955280" y="2980944"/>
            <a:ext cx="195681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500 (Internal Error)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503 (Service Unav.)</a:t>
            </a:r>
            <a:endParaRPr lang="en-US" sz="10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Implementación: 201 Created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Éxito en Creación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Decorador status_code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Implementación: 204 No Content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Éxito en Eliminación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sin cuerpo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Interrupción: HTTPException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Manejo de Errores Controlados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Cortando el flujo de forma limpia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Pecado del 'Always 200'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Mala Práctica de Interoperabilidad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evitar el error dentro del éxito?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Muchos sistemas legacy devuelven '200 OK' y un JSON con { 'error': true }. Esto obliga al desarrollador de frontend a leer el cuerpo de cada petición para saber si falló. Es ineficiente y rompe el estándar HTTP.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4754880"/>
            <a:ext cx="9381744" cy="914400"/>
          </a:xfrm>
          <a:prstGeom prst="roundRect">
            <a:avLst>
              <a:gd name="adj" fmla="val 4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4919472"/>
            <a:ext cx="8979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 los Status Codes para que el navegador y el frontend sepan qué pasó sin abrir el paquete.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Práctica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Casos de Negocio vs. Codes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Escenarios Reales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código devuelvo?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400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Request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Stock insuficiente.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Saldo menor al cobro.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usuario ya existe.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404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Found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 no existe.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mal escrita.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 eliminado.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Lógica</a:t>
            </a:r>
            <a:endParaRPr lang="en-US" sz="7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Práctica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Casos de Negocio vs. Codes II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Escenarios Reales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código devuelvo?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422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Unprocessable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 inválido.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Username muy corto.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Faltan campos obligatorios.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Error 500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 Error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Datos caída.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 en el código.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Falta de conexión al legado.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Origen</a:t>
            </a:r>
            <a:endParaRPr lang="en-US" sz="7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Huella IA: Diseñador de Endpoints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Metodología Agentic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Diseñando la Suite CRUD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Genérico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semántica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 las rutas para mi API de usuarios'.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POST para todo.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Devuelve 200 en errores.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 poco claras.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de Arquitectura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 Semántico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'Genera los endpoints CRUD en FastAPI para este recurso. Usa Status Codes 201 y 204 cuando corresponda y maneja excepciones de negocio con 400'.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profesional.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Fácil de integrar.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Documentación lista.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construye la estructura; tú validas la semántica HTTP.</a:t>
            </a:r>
            <a:endParaRPr lang="en-US" sz="84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Mapa del Ruteo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semántica HTTP es el lenguaje universal que permite que nuestra API sea entendida por cualquier sistema del mundo.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Verbos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Son la intención: GET leer, POST crear, PUT editar.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Status Codes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semáforo universal de la API (2xx, 4xx).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Excepciones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HTTPException para interrumpir flujos de forma controlada.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Eje Cyber y Blindaje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Security by Design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2651760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Blindaje de Payloads y Protección de Datos Sensibles.</a:t>
            </a:r>
            <a:endParaRPr lang="en-US" sz="15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Hacker Mindset en APIs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Pensando como el atacante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32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no restringes el tamaño y el formato de tus campos, le estás dando al atacante las herramientas para tirar tu servidor.</a:t>
            </a:r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Frontera es el Objetivo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Superficie de Ataque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Puntos de Entrada Críticos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2907792" cy="3383280"/>
          </a:xfrm>
          <a:prstGeom prst="roundRect">
            <a:avLst>
              <a:gd name="adj" fmla="val 12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Path Params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195681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IDs inyectados para acceder a otros recursos (IDOR).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4041648" y="2542032"/>
            <a:ext cx="2907792" cy="3383280"/>
          </a:xfrm>
          <a:prstGeom prst="roundRect">
            <a:avLst>
              <a:gd name="adj" fmla="val 12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51376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51376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663440" y="2670048"/>
            <a:ext cx="73152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64608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Request Body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4864608" y="2980944"/>
            <a:ext cx="195681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 radiactivos para saturar memoria o inyectar lógica.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7132320" y="2542032"/>
            <a:ext cx="2907792" cy="3383280"/>
          </a:xfrm>
          <a:prstGeom prst="roundRect">
            <a:avLst>
              <a:gd name="adj" fmla="val 125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242048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242048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7754112" y="2670048"/>
            <a:ext cx="73152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955280" y="268833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Headers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7955280" y="2980944"/>
            <a:ext cx="195681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Tokens malformados o Content-Types inesperados.</a:t>
            </a:r>
            <a:endParaRPr lang="en-US" sz="106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Ataque 1: Payload Radiactivo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Escenario de DoS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Intento de Denegación de Servicio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Defensa 1: Restricción de Field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Previniendo el DoS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Blindaje con Pydantic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Ingeniería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Ingeniería de Pydantic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Ahorro de Recursos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Pydantic salva tu RAM?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Recibir el dato, parsearlo y luego validar con 'strlen()'.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cargaste 10MB basura en la memoria RAM del servidor.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FastAPI/Pydantic valida mientras el Stream llega.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Cierra la conexión HTTP si el buffer excede el max_length definido.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por conveniencia.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 por supervivencia del servicio.</a:t>
            </a:r>
            <a:endParaRPr lang="en-US" sz="104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Field: Más allá de lo básico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Control Numérico y de Texto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Parámetros de Seguridad en Field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Ataque 2: Inyección al Legado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Puente Débil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de trabajo con agentes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2919984" cy="3383280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724912"/>
            <a:ext cx="91440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24912"/>
            <a:ext cx="310896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7063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60" dirty="0"/>
          </a:p>
        </p:txBody>
      </p:sp>
      <p:sp>
        <p:nvSpPr>
          <p:cNvPr id="17" name="Text 14"/>
          <p:cNvSpPr/>
          <p:nvPr/>
        </p:nvSpPr>
        <p:spPr>
          <a:xfrm>
            <a:off x="1572768" y="2724912"/>
            <a:ext cx="2170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INYECCIÓN</a:t>
            </a:r>
            <a:endParaRPr lang="en-US" sz="1420" dirty="0"/>
          </a:p>
        </p:txBody>
      </p:sp>
      <p:sp>
        <p:nvSpPr>
          <p:cNvPr id="18" name="Text 15"/>
          <p:cNvSpPr/>
          <p:nvPr/>
        </p:nvSpPr>
        <p:spPr>
          <a:xfrm>
            <a:off x="1188720" y="3072384"/>
            <a:ext cx="2572512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atacante envía 'diego' OR 1=1 -- en el JSON de la API.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3907536" y="4178808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35552" y="2596896"/>
            <a:ext cx="2919984" cy="3383280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26992" y="2724912"/>
            <a:ext cx="91440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73296" y="2724912"/>
            <a:ext cx="310896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73296" y="277063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60" dirty="0"/>
          </a:p>
        </p:txBody>
      </p:sp>
      <p:sp>
        <p:nvSpPr>
          <p:cNvPr id="24" name="Text 21"/>
          <p:cNvSpPr/>
          <p:nvPr/>
        </p:nvSpPr>
        <p:spPr>
          <a:xfrm>
            <a:off x="4657344" y="2724912"/>
            <a:ext cx="2170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TRANSPORTE</a:t>
            </a:r>
            <a:endParaRPr lang="en-US" sz="1420" dirty="0"/>
          </a:p>
        </p:txBody>
      </p:sp>
      <p:sp>
        <p:nvSpPr>
          <p:cNvPr id="25" name="Text 22"/>
          <p:cNvSpPr/>
          <p:nvPr/>
        </p:nvSpPr>
        <p:spPr>
          <a:xfrm>
            <a:off x="4273296" y="3072384"/>
            <a:ext cx="2572512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API no valida y le pasa el string al Repositorio legacy.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6992112" y="4178808"/>
            <a:ext cx="91440" cy="219456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120128" y="2596896"/>
            <a:ext cx="2919984" cy="3383280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211568" y="2724912"/>
            <a:ext cx="91440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357872" y="2724912"/>
            <a:ext cx="310896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57872" y="277063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60" dirty="0"/>
          </a:p>
        </p:txBody>
      </p:sp>
      <p:sp>
        <p:nvSpPr>
          <p:cNvPr id="31" name="Text 28"/>
          <p:cNvSpPr/>
          <p:nvPr/>
        </p:nvSpPr>
        <p:spPr>
          <a:xfrm>
            <a:off x="7741920" y="2724912"/>
            <a:ext cx="2170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EXPLOTACIÓN</a:t>
            </a:r>
            <a:endParaRPr lang="en-US" sz="1420" dirty="0"/>
          </a:p>
        </p:txBody>
      </p:sp>
      <p:sp>
        <p:nvSpPr>
          <p:cNvPr id="32" name="Text 29"/>
          <p:cNvSpPr/>
          <p:nvPr/>
        </p:nvSpPr>
        <p:spPr>
          <a:xfrm>
            <a:off x="7357872" y="3072384"/>
            <a:ext cx="2572512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PHP viejo ejecuta el SQL malicioso. DB comprometida.</a:t>
            </a:r>
            <a:endParaRPr lang="en-US" sz="104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Defensa 2: Regex como Escudo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Pattern Enforcement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Bloqueando caracteres especiales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Ingeniería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del Escudo Regex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Entendiendo el Pattern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^[a-zA-Z0-9]+$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^ $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Anclas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Obligan a que todo el string cumpla la regla, no solo una parte.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]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Rango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el conjunto permitido (letras y números).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Cuantificador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menos un carácter, hasta el infinito (restringido por max_length).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CYBER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Bloqueo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Impide caracteres de escape como ', ", ;, --, /*.</a:t>
            </a:r>
            <a:endParaRPr lang="en-US" sz="106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Defensa 3: Validadores de Lógica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@field_validator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32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Cuando las reglas de tipo (int, str) no bastan, debemos programar nuestra propia lógica de seguridad.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Filtro de Palabras Clave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Protección Activa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Prohibiendo SQL en el Esquema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Ataque 3: Exposición (API3)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Error del Desarrollador Flojo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Vulnerabilidad: Return Model Directo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Arquitectura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Defensa 3: Esquemas de Salida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Principio de Mínimo Privilegio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32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Jamás devuelvas el modelo de la base de datos al cliente. Define un 'Contrato de Salida' estricto.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Arquitectura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 vs. Output Schemas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Desacoplamiento de Seguridad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Separación de Responsabilidades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UserCreate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recibo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username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password (plain)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UserRead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devuelvo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username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-&gt;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Filtrado</a:t>
            </a:r>
            <a:endParaRPr lang="en-US" sz="72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Response Model en Acción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Protección Automatizada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Forzando el contrato de salida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Ataque 4: Type Confusion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Rompiendo la lógica interna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Enviando objetos donde van números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Tipado Python 3.12 como Armadura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Seguridad de Red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Validación de tipos nativa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del Error 422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La respuesta de la Armadura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Detalle técnico para el Atacante (o Developer)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Código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de Lógica de Negocio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Protección de Datos Coherentes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Validando integridad entre campos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Ingeniería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Multicampo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Poder de model_validator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¿Cuándo usar validación de modelo?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Comparación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Verificar que la fecha de fin sea posterior a la de inicio.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Consistencia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país es 'CL', el RUT debe ser obligatorio.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Bloquear combinaciones de datos sospechosas.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el objeto completo antes de enviarlo al Repositorio.</a:t>
            </a:r>
            <a:endParaRPr lang="en-US" sz="106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Huella IA: Pentester de Contratos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Metodología Agentic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Auditoría de Esquemas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Débil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Superficial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'¿Mi esquema de Pydantic es seguro?'.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 dirá que 'parece bien'.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detecta fallas lógicas.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sugiere restricciones.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de Seguridad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 de Riesgo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'Actúa como un analista de ciberseguridad. Encuentra vectores de ataque en este esquema de Pydantic y genera las restricciones de Field (max_length, pattern) necesarias para mitigarlos'.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Mapea ataques DoS.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Previene inyecciones.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Blindaje profesional.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audita con 'malicia' para que tú repares con maestría.</a:t>
            </a:r>
            <a:endParaRPr lang="en-US" sz="84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Simulacro Red Team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El Ataque Real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 Atacante Detonado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Cyber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Blue Team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La API Inexpugnable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1600"/>
            </a:avLst>
          </a:prstGeom>
          <a:solidFill>
            <a:srgbClr val="E6EEF7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20299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ESTADO: BLOQUEADO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petición fue rechazada en 0.002s por el motor de Pydantic. El código malicioso nunca llegó al controlador. La base de datos sigue intacta y el servidor no sufrió picos de CPU.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4754880"/>
            <a:ext cx="9381744" cy="914400"/>
          </a:xfrm>
          <a:prstGeom prst="roundRect">
            <a:avLst>
              <a:gd name="adj" fmla="val 4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4919472"/>
            <a:ext cx="8979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 422: El contrato de datos es tu mejor Firewall.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18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3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 por Diseño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validamos para que el usuario no se equivoque; validamos para que el atacante no nos destruya.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 Shield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Restringir tamaño y formato con Field.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 Filter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devolver el modelo de DB directamente.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Audit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agentes para encontrar huecos en los contratos.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Interoperabilidad Real y Cierre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Construcción de APIs Profesionales e Interoperabilidad</dc:title>
  <dc:subject>Clase 18</dc:subject>
  <dc:creator>Diego Obando</dc:creator>
  <cp:lastModifiedBy>Diego Obando</cp:lastModifiedBy>
  <cp:revision>1</cp:revision>
  <dcterms:created xsi:type="dcterms:W3CDTF">2026-04-19T23:15:03Z</dcterms:created>
  <dcterms:modified xsi:type="dcterms:W3CDTF">2026-04-19T23:15:03Z</dcterms:modified>
</cp:coreProperties>
</file>